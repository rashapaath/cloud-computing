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2.sv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2.sv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0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2E0806-3EF0-434A-AFA3-5E98D9480369}" type="doc">
      <dgm:prSet loTypeId="urn:microsoft.com/office/officeart/2018/2/layout/IconLabelList" loCatId="icon" qsTypeId="urn:microsoft.com/office/officeart/2005/8/quickstyle/simple1#5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4513E981-5F2C-4876-AC09-195B5F33B626}">
      <dgm:prSet/>
      <dgm:spPr/>
      <dgm:t>
        <a:bodyPr/>
        <a:lstStyle/>
        <a:p>
          <a:r>
            <a:rPr lang="en-IN"/>
            <a:t>Bare-metal architecture</a:t>
          </a:r>
          <a:endParaRPr lang="en-US"/>
        </a:p>
      </dgm:t>
    </dgm:pt>
    <dgm:pt modelId="{9304D368-F593-4C07-9C0D-6B3F63AC0ECD}" type="parTrans" cxnId="{7B40C5FD-987F-40B5-84DF-15DB655C8A0D}">
      <dgm:prSet/>
      <dgm:spPr/>
      <dgm:t>
        <a:bodyPr/>
        <a:lstStyle/>
        <a:p>
          <a:endParaRPr lang="en-US"/>
        </a:p>
      </dgm:t>
    </dgm:pt>
    <dgm:pt modelId="{51090A9E-1EE0-4B2A-AA1B-931FFDE83C35}" type="sibTrans" cxnId="{7B40C5FD-987F-40B5-84DF-15DB655C8A0D}">
      <dgm:prSet/>
      <dgm:spPr/>
      <dgm:t>
        <a:bodyPr/>
        <a:lstStyle/>
        <a:p>
          <a:endParaRPr lang="en-US"/>
        </a:p>
      </dgm:t>
    </dgm:pt>
    <dgm:pt modelId="{E173F1E1-0189-4E53-A84F-B3F6DA9D4ED2}">
      <dgm:prSet/>
      <dgm:spPr/>
      <dgm:t>
        <a:bodyPr/>
        <a:lstStyle/>
        <a:p>
          <a:r>
            <a:rPr lang="en-IN"/>
            <a:t>CPU virtualization</a:t>
          </a:r>
          <a:endParaRPr lang="en-US"/>
        </a:p>
      </dgm:t>
    </dgm:pt>
    <dgm:pt modelId="{F405D7E4-7DB8-4E10-8C53-2365D5EFA97F}" type="parTrans" cxnId="{8FD70655-91BB-4FBC-9015-A7B2B317A8E5}">
      <dgm:prSet/>
      <dgm:spPr/>
      <dgm:t>
        <a:bodyPr/>
        <a:lstStyle/>
        <a:p>
          <a:endParaRPr lang="en-US"/>
        </a:p>
      </dgm:t>
    </dgm:pt>
    <dgm:pt modelId="{BAAD8B40-A415-42E5-81E6-A0A5B346F1A6}" type="sibTrans" cxnId="{8FD70655-91BB-4FBC-9015-A7B2B317A8E5}">
      <dgm:prSet/>
      <dgm:spPr/>
      <dgm:t>
        <a:bodyPr/>
        <a:lstStyle/>
        <a:p>
          <a:endParaRPr lang="en-US"/>
        </a:p>
      </dgm:t>
    </dgm:pt>
    <dgm:pt modelId="{86DABA51-F8E5-4DA7-94BF-7810ABC8232B}">
      <dgm:prSet/>
      <dgm:spPr/>
      <dgm:t>
        <a:bodyPr/>
        <a:lstStyle/>
        <a:p>
          <a:r>
            <a:rPr lang="en-IN"/>
            <a:t>Network virtualization</a:t>
          </a:r>
          <a:endParaRPr lang="en-US"/>
        </a:p>
      </dgm:t>
    </dgm:pt>
    <dgm:pt modelId="{C22467F1-AF5F-4BFA-B9AB-F2B35FDCBE04}" type="parTrans" cxnId="{A3E96EA0-0594-4AEC-8945-2B6E2E432921}">
      <dgm:prSet/>
      <dgm:spPr/>
      <dgm:t>
        <a:bodyPr/>
        <a:lstStyle/>
        <a:p>
          <a:endParaRPr lang="en-US"/>
        </a:p>
      </dgm:t>
    </dgm:pt>
    <dgm:pt modelId="{D2BD133A-628C-4E50-A65F-7FFB5049C497}" type="sibTrans" cxnId="{A3E96EA0-0594-4AEC-8945-2B6E2E432921}">
      <dgm:prSet/>
      <dgm:spPr/>
      <dgm:t>
        <a:bodyPr/>
        <a:lstStyle/>
        <a:p>
          <a:endParaRPr lang="en-US"/>
        </a:p>
      </dgm:t>
    </dgm:pt>
    <dgm:pt modelId="{0B3E5816-A8B0-41B1-865B-68A5FE9368B0}">
      <dgm:prSet/>
      <dgm:spPr/>
      <dgm:t>
        <a:bodyPr/>
        <a:lstStyle/>
        <a:p>
          <a:r>
            <a:rPr lang="en-IN"/>
            <a:t>Storage virtualization</a:t>
          </a:r>
          <a:endParaRPr lang="en-US"/>
        </a:p>
      </dgm:t>
    </dgm:pt>
    <dgm:pt modelId="{A54D5E5B-8F36-41C1-AD54-9BE0DD35F2A6}" type="parTrans" cxnId="{A095DF0E-483B-46CC-B1CB-8DB7C41C40D7}">
      <dgm:prSet/>
      <dgm:spPr/>
      <dgm:t>
        <a:bodyPr/>
        <a:lstStyle/>
        <a:p>
          <a:endParaRPr lang="en-US"/>
        </a:p>
      </dgm:t>
    </dgm:pt>
    <dgm:pt modelId="{D4D75A71-9C01-4BC5-8053-7EEBBBECEF4A}" type="sibTrans" cxnId="{A095DF0E-483B-46CC-B1CB-8DB7C41C40D7}">
      <dgm:prSet/>
      <dgm:spPr/>
      <dgm:t>
        <a:bodyPr/>
        <a:lstStyle/>
        <a:p>
          <a:endParaRPr lang="en-US"/>
        </a:p>
      </dgm:t>
    </dgm:pt>
    <dgm:pt modelId="{8C05D896-90AC-49EF-A186-8BB4CE3113E5}" type="pres">
      <dgm:prSet presAssocID="{432E0806-3EF0-434A-AFA3-5E98D9480369}" presName="root" presStyleCnt="0">
        <dgm:presLayoutVars>
          <dgm:dir/>
          <dgm:resizeHandles val="exact"/>
        </dgm:presLayoutVars>
      </dgm:prSet>
      <dgm:spPr/>
    </dgm:pt>
    <dgm:pt modelId="{13088452-CEAA-44B5-BF71-1F926063D151}" type="pres">
      <dgm:prSet presAssocID="{4513E981-5F2C-4876-AC09-195B5F33B626}" presName="compNode" presStyleCnt="0"/>
      <dgm:spPr/>
    </dgm:pt>
    <dgm:pt modelId="{AC4960A5-FE28-49EA-A331-E723F7C91326}" type="pres">
      <dgm:prSet presAssocID="{4513E981-5F2C-4876-AC09-195B5F33B62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7024577E-981A-4AA2-9A22-A492F4F721A6}" type="pres">
      <dgm:prSet presAssocID="{4513E981-5F2C-4876-AC09-195B5F33B626}" presName="spaceRect" presStyleCnt="0"/>
      <dgm:spPr/>
    </dgm:pt>
    <dgm:pt modelId="{CC4AB4FD-53D5-409F-882B-68784427041E}" type="pres">
      <dgm:prSet presAssocID="{4513E981-5F2C-4876-AC09-195B5F33B626}" presName="textRect" presStyleLbl="revTx" presStyleIdx="0" presStyleCnt="4">
        <dgm:presLayoutVars>
          <dgm:chMax val="1"/>
          <dgm:chPref val="1"/>
        </dgm:presLayoutVars>
      </dgm:prSet>
      <dgm:spPr/>
    </dgm:pt>
    <dgm:pt modelId="{C776B4E9-D446-47C0-AFBF-C490A15EFB82}" type="pres">
      <dgm:prSet presAssocID="{51090A9E-1EE0-4B2A-AA1B-931FFDE83C35}" presName="sibTrans" presStyleCnt="0"/>
      <dgm:spPr/>
    </dgm:pt>
    <dgm:pt modelId="{D3116E7F-4CB8-489B-84C6-9567B7F987E0}" type="pres">
      <dgm:prSet presAssocID="{E173F1E1-0189-4E53-A84F-B3F6DA9D4ED2}" presName="compNode" presStyleCnt="0"/>
      <dgm:spPr/>
    </dgm:pt>
    <dgm:pt modelId="{5BC6204F-3F39-4DE2-A918-CAF5777560A1}" type="pres">
      <dgm:prSet presAssocID="{E173F1E1-0189-4E53-A84F-B3F6DA9D4ED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4E40FC8-5543-4308-9BB7-AE796D56BB40}" type="pres">
      <dgm:prSet presAssocID="{E173F1E1-0189-4E53-A84F-B3F6DA9D4ED2}" presName="spaceRect" presStyleCnt="0"/>
      <dgm:spPr/>
    </dgm:pt>
    <dgm:pt modelId="{F840C7D1-837A-4F41-BA47-AE57D485DE24}" type="pres">
      <dgm:prSet presAssocID="{E173F1E1-0189-4E53-A84F-B3F6DA9D4ED2}" presName="textRect" presStyleLbl="revTx" presStyleIdx="1" presStyleCnt="4">
        <dgm:presLayoutVars>
          <dgm:chMax val="1"/>
          <dgm:chPref val="1"/>
        </dgm:presLayoutVars>
      </dgm:prSet>
      <dgm:spPr/>
    </dgm:pt>
    <dgm:pt modelId="{56CE442B-ABA4-4912-8F55-02676878F65A}" type="pres">
      <dgm:prSet presAssocID="{BAAD8B40-A415-42E5-81E6-A0A5B346F1A6}" presName="sibTrans" presStyleCnt="0"/>
      <dgm:spPr/>
    </dgm:pt>
    <dgm:pt modelId="{878B8DC9-7776-450B-98AC-85112DDABB31}" type="pres">
      <dgm:prSet presAssocID="{86DABA51-F8E5-4DA7-94BF-7810ABC8232B}" presName="compNode" presStyleCnt="0"/>
      <dgm:spPr/>
    </dgm:pt>
    <dgm:pt modelId="{23462921-1D44-4113-BED1-6A75B491FA51}" type="pres">
      <dgm:prSet presAssocID="{86DABA51-F8E5-4DA7-94BF-7810ABC8232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6967FFE3-6744-4821-B88E-CFC1FD2A801B}" type="pres">
      <dgm:prSet presAssocID="{86DABA51-F8E5-4DA7-94BF-7810ABC8232B}" presName="spaceRect" presStyleCnt="0"/>
      <dgm:spPr/>
    </dgm:pt>
    <dgm:pt modelId="{2C7841B5-7DEB-4D87-86F9-4751DF505E0F}" type="pres">
      <dgm:prSet presAssocID="{86DABA51-F8E5-4DA7-94BF-7810ABC8232B}" presName="textRect" presStyleLbl="revTx" presStyleIdx="2" presStyleCnt="4">
        <dgm:presLayoutVars>
          <dgm:chMax val="1"/>
          <dgm:chPref val="1"/>
        </dgm:presLayoutVars>
      </dgm:prSet>
      <dgm:spPr/>
    </dgm:pt>
    <dgm:pt modelId="{47D3F16B-6877-4D6C-A2D9-015D3A70CE31}" type="pres">
      <dgm:prSet presAssocID="{D2BD133A-628C-4E50-A65F-7FFB5049C497}" presName="sibTrans" presStyleCnt="0"/>
      <dgm:spPr/>
    </dgm:pt>
    <dgm:pt modelId="{E5A37EFC-64C4-4001-B711-4A89ED0D5BFD}" type="pres">
      <dgm:prSet presAssocID="{0B3E5816-A8B0-41B1-865B-68A5FE9368B0}" presName="compNode" presStyleCnt="0"/>
      <dgm:spPr/>
    </dgm:pt>
    <dgm:pt modelId="{8A3AAEC6-A10C-4EE2-94C9-3C1695148A33}" type="pres">
      <dgm:prSet presAssocID="{0B3E5816-A8B0-41B1-865B-68A5FE9368B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4DB4BD2-FA6F-464C-BC85-96AD83CE7354}" type="pres">
      <dgm:prSet presAssocID="{0B3E5816-A8B0-41B1-865B-68A5FE9368B0}" presName="spaceRect" presStyleCnt="0"/>
      <dgm:spPr/>
    </dgm:pt>
    <dgm:pt modelId="{48217D66-54C1-4D91-A496-FF42AD36729F}" type="pres">
      <dgm:prSet presAssocID="{0B3E5816-A8B0-41B1-865B-68A5FE9368B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92D6008-BA5B-4C2D-AFAD-88FF7C00E9E6}" type="presOf" srcId="{86DABA51-F8E5-4DA7-94BF-7810ABC8232B}" destId="{2C7841B5-7DEB-4D87-86F9-4751DF505E0F}" srcOrd="0" destOrd="0" presId="urn:microsoft.com/office/officeart/2018/2/layout/IconLabelList"/>
    <dgm:cxn modelId="{A095DF0E-483B-46CC-B1CB-8DB7C41C40D7}" srcId="{432E0806-3EF0-434A-AFA3-5E98D9480369}" destId="{0B3E5816-A8B0-41B1-865B-68A5FE9368B0}" srcOrd="3" destOrd="0" parTransId="{A54D5E5B-8F36-41C1-AD54-9BE0DD35F2A6}" sibTransId="{D4D75A71-9C01-4BC5-8053-7EEBBBECEF4A}"/>
    <dgm:cxn modelId="{A7EE1823-894B-4C87-8AB0-C9BF700BD0D5}" type="presOf" srcId="{4513E981-5F2C-4876-AC09-195B5F33B626}" destId="{CC4AB4FD-53D5-409F-882B-68784427041E}" srcOrd="0" destOrd="0" presId="urn:microsoft.com/office/officeart/2018/2/layout/IconLabelList"/>
    <dgm:cxn modelId="{E679FD2B-F13E-412E-9118-20CD6B98A74A}" type="presOf" srcId="{432E0806-3EF0-434A-AFA3-5E98D9480369}" destId="{8C05D896-90AC-49EF-A186-8BB4CE3113E5}" srcOrd="0" destOrd="0" presId="urn:microsoft.com/office/officeart/2018/2/layout/IconLabelList"/>
    <dgm:cxn modelId="{9662503C-AC64-4306-9814-E3C06F690C23}" type="presOf" srcId="{E173F1E1-0189-4E53-A84F-B3F6DA9D4ED2}" destId="{F840C7D1-837A-4F41-BA47-AE57D485DE24}" srcOrd="0" destOrd="0" presId="urn:microsoft.com/office/officeart/2018/2/layout/IconLabelList"/>
    <dgm:cxn modelId="{8FD70655-91BB-4FBC-9015-A7B2B317A8E5}" srcId="{432E0806-3EF0-434A-AFA3-5E98D9480369}" destId="{E173F1E1-0189-4E53-A84F-B3F6DA9D4ED2}" srcOrd="1" destOrd="0" parTransId="{F405D7E4-7DB8-4E10-8C53-2365D5EFA97F}" sibTransId="{BAAD8B40-A415-42E5-81E6-A0A5B346F1A6}"/>
    <dgm:cxn modelId="{290D5256-D241-4423-BEA8-DF48CC5FCFBF}" type="presOf" srcId="{0B3E5816-A8B0-41B1-865B-68A5FE9368B0}" destId="{48217D66-54C1-4D91-A496-FF42AD36729F}" srcOrd="0" destOrd="0" presId="urn:microsoft.com/office/officeart/2018/2/layout/IconLabelList"/>
    <dgm:cxn modelId="{A3E96EA0-0594-4AEC-8945-2B6E2E432921}" srcId="{432E0806-3EF0-434A-AFA3-5E98D9480369}" destId="{86DABA51-F8E5-4DA7-94BF-7810ABC8232B}" srcOrd="2" destOrd="0" parTransId="{C22467F1-AF5F-4BFA-B9AB-F2B35FDCBE04}" sibTransId="{D2BD133A-628C-4E50-A65F-7FFB5049C497}"/>
    <dgm:cxn modelId="{7B40C5FD-987F-40B5-84DF-15DB655C8A0D}" srcId="{432E0806-3EF0-434A-AFA3-5E98D9480369}" destId="{4513E981-5F2C-4876-AC09-195B5F33B626}" srcOrd="0" destOrd="0" parTransId="{9304D368-F593-4C07-9C0D-6B3F63AC0ECD}" sibTransId="{51090A9E-1EE0-4B2A-AA1B-931FFDE83C35}"/>
    <dgm:cxn modelId="{55B1BB5D-D8F9-4E26-A800-CEDC1FCF737D}" type="presParOf" srcId="{8C05D896-90AC-49EF-A186-8BB4CE3113E5}" destId="{13088452-CEAA-44B5-BF71-1F926063D151}" srcOrd="0" destOrd="0" presId="urn:microsoft.com/office/officeart/2018/2/layout/IconLabelList"/>
    <dgm:cxn modelId="{B915A5FB-29E4-49C4-9BF1-44FACDDA7B52}" type="presParOf" srcId="{13088452-CEAA-44B5-BF71-1F926063D151}" destId="{AC4960A5-FE28-49EA-A331-E723F7C91326}" srcOrd="0" destOrd="0" presId="urn:microsoft.com/office/officeart/2018/2/layout/IconLabelList"/>
    <dgm:cxn modelId="{76F5DCF6-C3AF-4A25-A458-7E80D3E1F1BB}" type="presParOf" srcId="{13088452-CEAA-44B5-BF71-1F926063D151}" destId="{7024577E-981A-4AA2-9A22-A492F4F721A6}" srcOrd="1" destOrd="0" presId="urn:microsoft.com/office/officeart/2018/2/layout/IconLabelList"/>
    <dgm:cxn modelId="{9599CF9F-8282-4F56-B413-8830177A5195}" type="presParOf" srcId="{13088452-CEAA-44B5-BF71-1F926063D151}" destId="{CC4AB4FD-53D5-409F-882B-68784427041E}" srcOrd="2" destOrd="0" presId="urn:microsoft.com/office/officeart/2018/2/layout/IconLabelList"/>
    <dgm:cxn modelId="{3BF5AE8B-B1E3-427C-8A36-D1BE9415FBF7}" type="presParOf" srcId="{8C05D896-90AC-49EF-A186-8BB4CE3113E5}" destId="{C776B4E9-D446-47C0-AFBF-C490A15EFB82}" srcOrd="1" destOrd="0" presId="urn:microsoft.com/office/officeart/2018/2/layout/IconLabelList"/>
    <dgm:cxn modelId="{4B4C0EA3-13C3-418C-8F60-FFDCA4B5EC2C}" type="presParOf" srcId="{8C05D896-90AC-49EF-A186-8BB4CE3113E5}" destId="{D3116E7F-4CB8-489B-84C6-9567B7F987E0}" srcOrd="2" destOrd="0" presId="urn:microsoft.com/office/officeart/2018/2/layout/IconLabelList"/>
    <dgm:cxn modelId="{0B7254FB-1A58-492D-B734-03FA2D1BDF33}" type="presParOf" srcId="{D3116E7F-4CB8-489B-84C6-9567B7F987E0}" destId="{5BC6204F-3F39-4DE2-A918-CAF5777560A1}" srcOrd="0" destOrd="0" presId="urn:microsoft.com/office/officeart/2018/2/layout/IconLabelList"/>
    <dgm:cxn modelId="{56B1978B-9715-458E-8560-1ECAD7A834AC}" type="presParOf" srcId="{D3116E7F-4CB8-489B-84C6-9567B7F987E0}" destId="{74E40FC8-5543-4308-9BB7-AE796D56BB40}" srcOrd="1" destOrd="0" presId="urn:microsoft.com/office/officeart/2018/2/layout/IconLabelList"/>
    <dgm:cxn modelId="{C6CF6702-7A2F-4A5D-B400-25D3C09AAE35}" type="presParOf" srcId="{D3116E7F-4CB8-489B-84C6-9567B7F987E0}" destId="{F840C7D1-837A-4F41-BA47-AE57D485DE24}" srcOrd="2" destOrd="0" presId="urn:microsoft.com/office/officeart/2018/2/layout/IconLabelList"/>
    <dgm:cxn modelId="{8EB1911C-23F9-4B35-9175-F67479E6EC79}" type="presParOf" srcId="{8C05D896-90AC-49EF-A186-8BB4CE3113E5}" destId="{56CE442B-ABA4-4912-8F55-02676878F65A}" srcOrd="3" destOrd="0" presId="urn:microsoft.com/office/officeart/2018/2/layout/IconLabelList"/>
    <dgm:cxn modelId="{A3505AAC-E118-46ED-AEB4-9D80A23DAE15}" type="presParOf" srcId="{8C05D896-90AC-49EF-A186-8BB4CE3113E5}" destId="{878B8DC9-7776-450B-98AC-85112DDABB31}" srcOrd="4" destOrd="0" presId="urn:microsoft.com/office/officeart/2018/2/layout/IconLabelList"/>
    <dgm:cxn modelId="{0A59F5FC-DC79-43BB-943E-6E615B0B3B38}" type="presParOf" srcId="{878B8DC9-7776-450B-98AC-85112DDABB31}" destId="{23462921-1D44-4113-BED1-6A75B491FA51}" srcOrd="0" destOrd="0" presId="urn:microsoft.com/office/officeart/2018/2/layout/IconLabelList"/>
    <dgm:cxn modelId="{E04BE006-12AB-4164-89AC-EB10CB83E1FC}" type="presParOf" srcId="{878B8DC9-7776-450B-98AC-85112DDABB31}" destId="{6967FFE3-6744-4821-B88E-CFC1FD2A801B}" srcOrd="1" destOrd="0" presId="urn:microsoft.com/office/officeart/2018/2/layout/IconLabelList"/>
    <dgm:cxn modelId="{9DB65883-3E71-4582-AC24-7DE4F123A4D1}" type="presParOf" srcId="{878B8DC9-7776-450B-98AC-85112DDABB31}" destId="{2C7841B5-7DEB-4D87-86F9-4751DF505E0F}" srcOrd="2" destOrd="0" presId="urn:microsoft.com/office/officeart/2018/2/layout/IconLabelList"/>
    <dgm:cxn modelId="{B3394196-7B23-448E-9286-B5A66EE7D5C8}" type="presParOf" srcId="{8C05D896-90AC-49EF-A186-8BB4CE3113E5}" destId="{47D3F16B-6877-4D6C-A2D9-015D3A70CE31}" srcOrd="5" destOrd="0" presId="urn:microsoft.com/office/officeart/2018/2/layout/IconLabelList"/>
    <dgm:cxn modelId="{648FA531-4A5F-4F36-95D2-AF4F2BDF812D}" type="presParOf" srcId="{8C05D896-90AC-49EF-A186-8BB4CE3113E5}" destId="{E5A37EFC-64C4-4001-B711-4A89ED0D5BFD}" srcOrd="6" destOrd="0" presId="urn:microsoft.com/office/officeart/2018/2/layout/IconLabelList"/>
    <dgm:cxn modelId="{EFC706AB-3C56-465A-A689-E69189CDF439}" type="presParOf" srcId="{E5A37EFC-64C4-4001-B711-4A89ED0D5BFD}" destId="{8A3AAEC6-A10C-4EE2-94C9-3C1695148A33}" srcOrd="0" destOrd="0" presId="urn:microsoft.com/office/officeart/2018/2/layout/IconLabelList"/>
    <dgm:cxn modelId="{E77775C0-F203-4288-A6B6-5F5E7EE1CFFD}" type="presParOf" srcId="{E5A37EFC-64C4-4001-B711-4A89ED0D5BFD}" destId="{04DB4BD2-FA6F-464C-BC85-96AD83CE7354}" srcOrd="1" destOrd="0" presId="urn:microsoft.com/office/officeart/2018/2/layout/IconLabelList"/>
    <dgm:cxn modelId="{CA94D302-6E97-4D4A-A471-2D0E6FDE98C3}" type="presParOf" srcId="{E5A37EFC-64C4-4001-B711-4A89ED0D5BFD}" destId="{48217D66-54C1-4D91-A496-FF42AD36729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DDD5ED-2A09-4CC9-AAB6-BC12DFDC38DA}" type="doc">
      <dgm:prSet loTypeId="urn:microsoft.com/office/officeart/2018/5/layout/IconCircleLabelList" loCatId="icon" qsTypeId="urn:microsoft.com/office/officeart/2005/8/quickstyle/simple1#19" qsCatId="simple" csTypeId="urn:microsoft.com/office/officeart/2005/8/colors/accent1_2#10" csCatId="accent1" phldr="1"/>
      <dgm:spPr/>
      <dgm:t>
        <a:bodyPr/>
        <a:lstStyle/>
        <a:p>
          <a:endParaRPr lang="en-US"/>
        </a:p>
      </dgm:t>
    </dgm:pt>
    <dgm:pt modelId="{7760826F-18A5-4E48-ADB7-1A0F82271EE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/>
            <a:t>Bare-metal architecture</a:t>
          </a:r>
          <a:endParaRPr lang="en-US"/>
        </a:p>
      </dgm:t>
    </dgm:pt>
    <dgm:pt modelId="{CBB773B0-DCCA-412A-AF18-22C0A6F3BE77}" type="parTrans" cxnId="{E998E789-5CF6-402B-9018-E6F654313CB3}">
      <dgm:prSet/>
      <dgm:spPr/>
      <dgm:t>
        <a:bodyPr/>
        <a:lstStyle/>
        <a:p>
          <a:endParaRPr lang="en-US"/>
        </a:p>
      </dgm:t>
    </dgm:pt>
    <dgm:pt modelId="{B493CE70-598E-44B0-A854-1AD23ED314A8}" type="sibTrans" cxnId="{E998E789-5CF6-402B-9018-E6F654313CB3}">
      <dgm:prSet/>
      <dgm:spPr/>
      <dgm:t>
        <a:bodyPr/>
        <a:lstStyle/>
        <a:p>
          <a:endParaRPr lang="en-US"/>
        </a:p>
      </dgm:t>
    </dgm:pt>
    <dgm:pt modelId="{C5423E1C-4982-4880-B9FC-BB5048664C4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/>
            <a:t>Enhanced security and isolation</a:t>
          </a:r>
          <a:endParaRPr lang="en-US"/>
        </a:p>
      </dgm:t>
    </dgm:pt>
    <dgm:pt modelId="{24B53D55-B5AD-472B-8E26-F2498290358F}" type="parTrans" cxnId="{F82CF2CE-B1B8-4F43-B140-648CABD7C209}">
      <dgm:prSet/>
      <dgm:spPr/>
      <dgm:t>
        <a:bodyPr/>
        <a:lstStyle/>
        <a:p>
          <a:endParaRPr lang="en-US"/>
        </a:p>
      </dgm:t>
    </dgm:pt>
    <dgm:pt modelId="{58F3FAB7-B3CA-46CB-807E-BAE4DC48DA46}" type="sibTrans" cxnId="{F82CF2CE-B1B8-4F43-B140-648CABD7C209}">
      <dgm:prSet/>
      <dgm:spPr/>
      <dgm:t>
        <a:bodyPr/>
        <a:lstStyle/>
        <a:p>
          <a:endParaRPr lang="en-US"/>
        </a:p>
      </dgm:t>
    </dgm:pt>
    <dgm:pt modelId="{587ABAD3-D921-455B-877B-0ABAA8BA366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/>
            <a:t>Flexible infrastructure</a:t>
          </a:r>
          <a:endParaRPr lang="en-US"/>
        </a:p>
      </dgm:t>
    </dgm:pt>
    <dgm:pt modelId="{6BE802C2-2535-49ED-BD00-57A0E83F7C3A}" type="parTrans" cxnId="{8745A2F1-D02F-451A-945C-8B31708413AD}">
      <dgm:prSet/>
      <dgm:spPr/>
      <dgm:t>
        <a:bodyPr/>
        <a:lstStyle/>
        <a:p>
          <a:endParaRPr lang="en-US"/>
        </a:p>
      </dgm:t>
    </dgm:pt>
    <dgm:pt modelId="{8F6B2235-71DF-40DB-868E-C13648F3A695}" type="sibTrans" cxnId="{8745A2F1-D02F-451A-945C-8B31708413AD}">
      <dgm:prSet/>
      <dgm:spPr/>
      <dgm:t>
        <a:bodyPr/>
        <a:lstStyle/>
        <a:p>
          <a:endParaRPr lang="en-US"/>
        </a:p>
      </dgm:t>
    </dgm:pt>
    <dgm:pt modelId="{5AE77A4F-0ED7-48D7-BE46-E994353424C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/>
            <a:t>Scalability</a:t>
          </a:r>
          <a:endParaRPr lang="en-US"/>
        </a:p>
      </dgm:t>
    </dgm:pt>
    <dgm:pt modelId="{284E2700-CF33-4BB7-9D29-0E1BBE6A8560}" type="parTrans" cxnId="{5B1A217E-058B-4FB1-88EE-ED61BFC18291}">
      <dgm:prSet/>
      <dgm:spPr/>
      <dgm:t>
        <a:bodyPr/>
        <a:lstStyle/>
        <a:p>
          <a:endParaRPr lang="en-US"/>
        </a:p>
      </dgm:t>
    </dgm:pt>
    <dgm:pt modelId="{6157A602-4647-4C0E-8161-23EFF5AF8C49}" type="sibTrans" cxnId="{5B1A217E-058B-4FB1-88EE-ED61BFC18291}">
      <dgm:prSet/>
      <dgm:spPr/>
      <dgm:t>
        <a:bodyPr/>
        <a:lstStyle/>
        <a:p>
          <a:endParaRPr lang="en-US"/>
        </a:p>
      </dgm:t>
    </dgm:pt>
    <dgm:pt modelId="{2AE80EA4-6E59-4349-B17F-0EB7106EA6D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/>
            <a:t>Availability</a:t>
          </a:r>
          <a:endParaRPr lang="en-US"/>
        </a:p>
      </dgm:t>
    </dgm:pt>
    <dgm:pt modelId="{E9FF45AF-9940-48DB-9249-32319D8550B7}" type="parTrans" cxnId="{E9B1CAF2-430E-4979-A6F1-7535ED391BC7}">
      <dgm:prSet/>
      <dgm:spPr/>
      <dgm:t>
        <a:bodyPr/>
        <a:lstStyle/>
        <a:p>
          <a:endParaRPr lang="en-US"/>
        </a:p>
      </dgm:t>
    </dgm:pt>
    <dgm:pt modelId="{9F7BE407-12F6-47B9-9953-37961BED6C8F}" type="sibTrans" cxnId="{E9B1CAF2-430E-4979-A6F1-7535ED391BC7}">
      <dgm:prSet/>
      <dgm:spPr/>
      <dgm:t>
        <a:bodyPr/>
        <a:lstStyle/>
        <a:p>
          <a:endParaRPr lang="en-US"/>
        </a:p>
      </dgm:t>
    </dgm:pt>
    <dgm:pt modelId="{87FBD668-CC4B-4335-965F-348FE215CCC1}" type="pres">
      <dgm:prSet presAssocID="{A5DDD5ED-2A09-4CC9-AAB6-BC12DFDC38DA}" presName="root" presStyleCnt="0">
        <dgm:presLayoutVars>
          <dgm:dir/>
          <dgm:resizeHandles val="exact"/>
        </dgm:presLayoutVars>
      </dgm:prSet>
      <dgm:spPr/>
    </dgm:pt>
    <dgm:pt modelId="{D8136126-9BBC-4449-98D2-111E5325A548}" type="pres">
      <dgm:prSet presAssocID="{7760826F-18A5-4E48-ADB7-1A0F82271EE7}" presName="compNode" presStyleCnt="0"/>
      <dgm:spPr/>
    </dgm:pt>
    <dgm:pt modelId="{7AE0183D-E81E-4209-A564-BEA82B3CEA63}" type="pres">
      <dgm:prSet presAssocID="{7760826F-18A5-4E48-ADB7-1A0F82271EE7}" presName="iconBgRect" presStyleLbl="bgShp" presStyleIdx="0" presStyleCnt="5"/>
      <dgm:spPr/>
    </dgm:pt>
    <dgm:pt modelId="{91BCAC31-5C46-4007-8BC6-0FA99BA1355A}" type="pres">
      <dgm:prSet presAssocID="{7760826F-18A5-4E48-ADB7-1A0F82271EE7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14699483-AA71-439A-A8FB-C8D2202CF994}" type="pres">
      <dgm:prSet presAssocID="{7760826F-18A5-4E48-ADB7-1A0F82271EE7}" presName="spaceRect" presStyleCnt="0"/>
      <dgm:spPr/>
    </dgm:pt>
    <dgm:pt modelId="{12DACFFA-69B0-400F-9452-EEB5621B6A1D}" type="pres">
      <dgm:prSet presAssocID="{7760826F-18A5-4E48-ADB7-1A0F82271EE7}" presName="textRect" presStyleLbl="revTx" presStyleIdx="0" presStyleCnt="5">
        <dgm:presLayoutVars>
          <dgm:chMax val="1"/>
          <dgm:chPref val="1"/>
        </dgm:presLayoutVars>
      </dgm:prSet>
      <dgm:spPr/>
    </dgm:pt>
    <dgm:pt modelId="{97873E4D-21F5-4B89-8F33-FCF80C695C1A}" type="pres">
      <dgm:prSet presAssocID="{B493CE70-598E-44B0-A854-1AD23ED314A8}" presName="sibTrans" presStyleCnt="0"/>
      <dgm:spPr/>
    </dgm:pt>
    <dgm:pt modelId="{D50604B9-7CF9-4DEF-8BA2-EC6D3ECA3567}" type="pres">
      <dgm:prSet presAssocID="{C5423E1C-4982-4880-B9FC-BB5048664C4A}" presName="compNode" presStyleCnt="0"/>
      <dgm:spPr/>
    </dgm:pt>
    <dgm:pt modelId="{DA3974EB-1B68-4780-AF28-66C28A29FD96}" type="pres">
      <dgm:prSet presAssocID="{C5423E1C-4982-4880-B9FC-BB5048664C4A}" presName="iconBgRect" presStyleLbl="bgShp" presStyleIdx="1" presStyleCnt="5"/>
      <dgm:spPr/>
    </dgm:pt>
    <dgm:pt modelId="{61E9B6AF-073D-4850-9462-121658CA6F46}" type="pres">
      <dgm:prSet presAssocID="{C5423E1C-4982-4880-B9FC-BB5048664C4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55959E1-9F7F-4F23-BB73-4E0B1E07FD09}" type="pres">
      <dgm:prSet presAssocID="{C5423E1C-4982-4880-B9FC-BB5048664C4A}" presName="spaceRect" presStyleCnt="0"/>
      <dgm:spPr/>
    </dgm:pt>
    <dgm:pt modelId="{6278F930-D785-49A5-8A96-EBE8E4CC1F95}" type="pres">
      <dgm:prSet presAssocID="{C5423E1C-4982-4880-B9FC-BB5048664C4A}" presName="textRect" presStyleLbl="revTx" presStyleIdx="1" presStyleCnt="5">
        <dgm:presLayoutVars>
          <dgm:chMax val="1"/>
          <dgm:chPref val="1"/>
        </dgm:presLayoutVars>
      </dgm:prSet>
      <dgm:spPr/>
    </dgm:pt>
    <dgm:pt modelId="{270537FA-2A8A-4AF4-A145-9066BCACC1C4}" type="pres">
      <dgm:prSet presAssocID="{58F3FAB7-B3CA-46CB-807E-BAE4DC48DA46}" presName="sibTrans" presStyleCnt="0"/>
      <dgm:spPr/>
    </dgm:pt>
    <dgm:pt modelId="{FC748FCE-00A8-43CB-8938-F92FE8D02B15}" type="pres">
      <dgm:prSet presAssocID="{587ABAD3-D921-455B-877B-0ABAA8BA3669}" presName="compNode" presStyleCnt="0"/>
      <dgm:spPr/>
    </dgm:pt>
    <dgm:pt modelId="{99983763-28E9-4620-8547-78C898A71B2B}" type="pres">
      <dgm:prSet presAssocID="{587ABAD3-D921-455B-877B-0ABAA8BA3669}" presName="iconBgRect" presStyleLbl="bgShp" presStyleIdx="2" presStyleCnt="5"/>
      <dgm:spPr/>
    </dgm:pt>
    <dgm:pt modelId="{387F96B1-0684-4779-B0D2-5A53D2C627C4}" type="pres">
      <dgm:prSet presAssocID="{587ABAD3-D921-455B-877B-0ABAA8BA3669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8693194-10BA-45BF-89E1-6FDB81B06A3C}" type="pres">
      <dgm:prSet presAssocID="{587ABAD3-D921-455B-877B-0ABAA8BA3669}" presName="spaceRect" presStyleCnt="0"/>
      <dgm:spPr/>
    </dgm:pt>
    <dgm:pt modelId="{6C43DA93-50A9-47B0-A721-D0B603DF06FF}" type="pres">
      <dgm:prSet presAssocID="{587ABAD3-D921-455B-877B-0ABAA8BA3669}" presName="textRect" presStyleLbl="revTx" presStyleIdx="2" presStyleCnt="5">
        <dgm:presLayoutVars>
          <dgm:chMax val="1"/>
          <dgm:chPref val="1"/>
        </dgm:presLayoutVars>
      </dgm:prSet>
      <dgm:spPr/>
    </dgm:pt>
    <dgm:pt modelId="{EFF11EF1-F3BD-4AF5-84F6-EA952AF9A0F1}" type="pres">
      <dgm:prSet presAssocID="{8F6B2235-71DF-40DB-868E-C13648F3A695}" presName="sibTrans" presStyleCnt="0"/>
      <dgm:spPr/>
    </dgm:pt>
    <dgm:pt modelId="{BD479AAD-BACE-45CC-A9DD-122A70B9657D}" type="pres">
      <dgm:prSet presAssocID="{5AE77A4F-0ED7-48D7-BE46-E994353424C5}" presName="compNode" presStyleCnt="0"/>
      <dgm:spPr/>
    </dgm:pt>
    <dgm:pt modelId="{BE8ABA93-2DB1-407F-AE55-2D235987D5FA}" type="pres">
      <dgm:prSet presAssocID="{5AE77A4F-0ED7-48D7-BE46-E994353424C5}" presName="iconBgRect" presStyleLbl="bgShp" presStyleIdx="3" presStyleCnt="5"/>
      <dgm:spPr/>
    </dgm:pt>
    <dgm:pt modelId="{298C77A7-E35A-4CF4-A8C5-94693836B6AB}" type="pres">
      <dgm:prSet presAssocID="{5AE77A4F-0ED7-48D7-BE46-E994353424C5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3680A37F-29C5-49BC-8A26-424406C77593}" type="pres">
      <dgm:prSet presAssocID="{5AE77A4F-0ED7-48D7-BE46-E994353424C5}" presName="spaceRect" presStyleCnt="0"/>
      <dgm:spPr/>
    </dgm:pt>
    <dgm:pt modelId="{D820EA78-6E97-467E-AF27-12F5FFC063C6}" type="pres">
      <dgm:prSet presAssocID="{5AE77A4F-0ED7-48D7-BE46-E994353424C5}" presName="textRect" presStyleLbl="revTx" presStyleIdx="3" presStyleCnt="5">
        <dgm:presLayoutVars>
          <dgm:chMax val="1"/>
          <dgm:chPref val="1"/>
        </dgm:presLayoutVars>
      </dgm:prSet>
      <dgm:spPr/>
    </dgm:pt>
    <dgm:pt modelId="{E45E9C14-E90F-43B2-9A77-D02B591624D3}" type="pres">
      <dgm:prSet presAssocID="{6157A602-4647-4C0E-8161-23EFF5AF8C49}" presName="sibTrans" presStyleCnt="0"/>
      <dgm:spPr/>
    </dgm:pt>
    <dgm:pt modelId="{91A3C0D8-DF7F-4EDA-B4CB-5FA2CFF6BB25}" type="pres">
      <dgm:prSet presAssocID="{2AE80EA4-6E59-4349-B17F-0EB7106EA6D6}" presName="compNode" presStyleCnt="0"/>
      <dgm:spPr/>
    </dgm:pt>
    <dgm:pt modelId="{35FF3303-46AE-4A3C-996B-C8E3691C5711}" type="pres">
      <dgm:prSet presAssocID="{2AE80EA4-6E59-4349-B17F-0EB7106EA6D6}" presName="iconBgRect" presStyleLbl="bgShp" presStyleIdx="4" presStyleCnt="5"/>
      <dgm:spPr/>
    </dgm:pt>
    <dgm:pt modelId="{02A651E4-0127-41AD-A8FB-B447A90E1FED}" type="pres">
      <dgm:prSet presAssocID="{2AE80EA4-6E59-4349-B17F-0EB7106EA6D6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rglass Finished"/>
        </a:ext>
      </dgm:extLst>
    </dgm:pt>
    <dgm:pt modelId="{AEA45BB1-1A9C-41A5-AA04-3A8B71555EF3}" type="pres">
      <dgm:prSet presAssocID="{2AE80EA4-6E59-4349-B17F-0EB7106EA6D6}" presName="spaceRect" presStyleCnt="0"/>
      <dgm:spPr/>
    </dgm:pt>
    <dgm:pt modelId="{227B759B-5825-47BD-AF43-80665AA9F550}" type="pres">
      <dgm:prSet presAssocID="{2AE80EA4-6E59-4349-B17F-0EB7106EA6D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4304B27-4EB4-40AA-857F-47B1F6287835}" type="presOf" srcId="{2AE80EA4-6E59-4349-B17F-0EB7106EA6D6}" destId="{227B759B-5825-47BD-AF43-80665AA9F550}" srcOrd="0" destOrd="0" presId="urn:microsoft.com/office/officeart/2018/5/layout/IconCircleLabelList"/>
    <dgm:cxn modelId="{8C517D38-9D45-4A02-81A8-BE5915678ACF}" type="presOf" srcId="{5AE77A4F-0ED7-48D7-BE46-E994353424C5}" destId="{D820EA78-6E97-467E-AF27-12F5FFC063C6}" srcOrd="0" destOrd="0" presId="urn:microsoft.com/office/officeart/2018/5/layout/IconCircleLabelList"/>
    <dgm:cxn modelId="{5417DA6A-F11B-41CB-A51A-CB6E8FB2963D}" type="presOf" srcId="{A5DDD5ED-2A09-4CC9-AAB6-BC12DFDC38DA}" destId="{87FBD668-CC4B-4335-965F-348FE215CCC1}" srcOrd="0" destOrd="0" presId="urn:microsoft.com/office/officeart/2018/5/layout/IconCircleLabelList"/>
    <dgm:cxn modelId="{5B1A217E-058B-4FB1-88EE-ED61BFC18291}" srcId="{A5DDD5ED-2A09-4CC9-AAB6-BC12DFDC38DA}" destId="{5AE77A4F-0ED7-48D7-BE46-E994353424C5}" srcOrd="3" destOrd="0" parTransId="{284E2700-CF33-4BB7-9D29-0E1BBE6A8560}" sibTransId="{6157A602-4647-4C0E-8161-23EFF5AF8C49}"/>
    <dgm:cxn modelId="{E998E789-5CF6-402B-9018-E6F654313CB3}" srcId="{A5DDD5ED-2A09-4CC9-AAB6-BC12DFDC38DA}" destId="{7760826F-18A5-4E48-ADB7-1A0F82271EE7}" srcOrd="0" destOrd="0" parTransId="{CBB773B0-DCCA-412A-AF18-22C0A6F3BE77}" sibTransId="{B493CE70-598E-44B0-A854-1AD23ED314A8}"/>
    <dgm:cxn modelId="{EF0F76BB-CEF2-413A-B5A4-9826E087BD9A}" type="presOf" srcId="{587ABAD3-D921-455B-877B-0ABAA8BA3669}" destId="{6C43DA93-50A9-47B0-A721-D0B603DF06FF}" srcOrd="0" destOrd="0" presId="urn:microsoft.com/office/officeart/2018/5/layout/IconCircleLabelList"/>
    <dgm:cxn modelId="{9ACF26C8-211A-4B09-B6F0-0F73B828D3B0}" type="presOf" srcId="{C5423E1C-4982-4880-B9FC-BB5048664C4A}" destId="{6278F930-D785-49A5-8A96-EBE8E4CC1F95}" srcOrd="0" destOrd="0" presId="urn:microsoft.com/office/officeart/2018/5/layout/IconCircleLabelList"/>
    <dgm:cxn modelId="{F82CF2CE-B1B8-4F43-B140-648CABD7C209}" srcId="{A5DDD5ED-2A09-4CC9-AAB6-BC12DFDC38DA}" destId="{C5423E1C-4982-4880-B9FC-BB5048664C4A}" srcOrd="1" destOrd="0" parTransId="{24B53D55-B5AD-472B-8E26-F2498290358F}" sibTransId="{58F3FAB7-B3CA-46CB-807E-BAE4DC48DA46}"/>
    <dgm:cxn modelId="{2FA19FDF-5747-4478-B1B8-7C8CEE9009C3}" type="presOf" srcId="{7760826F-18A5-4E48-ADB7-1A0F82271EE7}" destId="{12DACFFA-69B0-400F-9452-EEB5621B6A1D}" srcOrd="0" destOrd="0" presId="urn:microsoft.com/office/officeart/2018/5/layout/IconCircleLabelList"/>
    <dgm:cxn modelId="{8745A2F1-D02F-451A-945C-8B31708413AD}" srcId="{A5DDD5ED-2A09-4CC9-AAB6-BC12DFDC38DA}" destId="{587ABAD3-D921-455B-877B-0ABAA8BA3669}" srcOrd="2" destOrd="0" parTransId="{6BE802C2-2535-49ED-BD00-57A0E83F7C3A}" sibTransId="{8F6B2235-71DF-40DB-868E-C13648F3A695}"/>
    <dgm:cxn modelId="{E9B1CAF2-430E-4979-A6F1-7535ED391BC7}" srcId="{A5DDD5ED-2A09-4CC9-AAB6-BC12DFDC38DA}" destId="{2AE80EA4-6E59-4349-B17F-0EB7106EA6D6}" srcOrd="4" destOrd="0" parTransId="{E9FF45AF-9940-48DB-9249-32319D8550B7}" sibTransId="{9F7BE407-12F6-47B9-9953-37961BED6C8F}"/>
    <dgm:cxn modelId="{01A08CF0-6FA4-43D0-91D3-C94C76B307A5}" type="presParOf" srcId="{87FBD668-CC4B-4335-965F-348FE215CCC1}" destId="{D8136126-9BBC-4449-98D2-111E5325A548}" srcOrd="0" destOrd="0" presId="urn:microsoft.com/office/officeart/2018/5/layout/IconCircleLabelList"/>
    <dgm:cxn modelId="{120E1920-8844-4921-BAB6-60DA97488B1C}" type="presParOf" srcId="{D8136126-9BBC-4449-98D2-111E5325A548}" destId="{7AE0183D-E81E-4209-A564-BEA82B3CEA63}" srcOrd="0" destOrd="0" presId="urn:microsoft.com/office/officeart/2018/5/layout/IconCircleLabelList"/>
    <dgm:cxn modelId="{B1BF22E2-3E32-402A-AB67-B36449B524C7}" type="presParOf" srcId="{D8136126-9BBC-4449-98D2-111E5325A548}" destId="{91BCAC31-5C46-4007-8BC6-0FA99BA1355A}" srcOrd="1" destOrd="0" presId="urn:microsoft.com/office/officeart/2018/5/layout/IconCircleLabelList"/>
    <dgm:cxn modelId="{E6470556-63DF-4DD2-9016-D03D14920862}" type="presParOf" srcId="{D8136126-9BBC-4449-98D2-111E5325A548}" destId="{14699483-AA71-439A-A8FB-C8D2202CF994}" srcOrd="2" destOrd="0" presId="urn:microsoft.com/office/officeart/2018/5/layout/IconCircleLabelList"/>
    <dgm:cxn modelId="{783B4D63-637F-430E-9508-70BE1C8A75F2}" type="presParOf" srcId="{D8136126-9BBC-4449-98D2-111E5325A548}" destId="{12DACFFA-69B0-400F-9452-EEB5621B6A1D}" srcOrd="3" destOrd="0" presId="urn:microsoft.com/office/officeart/2018/5/layout/IconCircleLabelList"/>
    <dgm:cxn modelId="{AFF1EB37-748B-4BAD-934A-F579EF8B3D06}" type="presParOf" srcId="{87FBD668-CC4B-4335-965F-348FE215CCC1}" destId="{97873E4D-21F5-4B89-8F33-FCF80C695C1A}" srcOrd="1" destOrd="0" presId="urn:microsoft.com/office/officeart/2018/5/layout/IconCircleLabelList"/>
    <dgm:cxn modelId="{E61B8803-6542-403D-9DEF-595ED7A9B2CD}" type="presParOf" srcId="{87FBD668-CC4B-4335-965F-348FE215CCC1}" destId="{D50604B9-7CF9-4DEF-8BA2-EC6D3ECA3567}" srcOrd="2" destOrd="0" presId="urn:microsoft.com/office/officeart/2018/5/layout/IconCircleLabelList"/>
    <dgm:cxn modelId="{053A4E01-9B16-4F48-9CD6-19E0C4FF2D71}" type="presParOf" srcId="{D50604B9-7CF9-4DEF-8BA2-EC6D3ECA3567}" destId="{DA3974EB-1B68-4780-AF28-66C28A29FD96}" srcOrd="0" destOrd="0" presId="urn:microsoft.com/office/officeart/2018/5/layout/IconCircleLabelList"/>
    <dgm:cxn modelId="{7055FE7E-AFED-4FE9-A095-D05E49702A9F}" type="presParOf" srcId="{D50604B9-7CF9-4DEF-8BA2-EC6D3ECA3567}" destId="{61E9B6AF-073D-4850-9462-121658CA6F46}" srcOrd="1" destOrd="0" presId="urn:microsoft.com/office/officeart/2018/5/layout/IconCircleLabelList"/>
    <dgm:cxn modelId="{8F273247-217A-43E3-A62B-C13477B581DD}" type="presParOf" srcId="{D50604B9-7CF9-4DEF-8BA2-EC6D3ECA3567}" destId="{A55959E1-9F7F-4F23-BB73-4E0B1E07FD09}" srcOrd="2" destOrd="0" presId="urn:microsoft.com/office/officeart/2018/5/layout/IconCircleLabelList"/>
    <dgm:cxn modelId="{29CCEF3F-2EE3-407E-88CF-422616D76A0E}" type="presParOf" srcId="{D50604B9-7CF9-4DEF-8BA2-EC6D3ECA3567}" destId="{6278F930-D785-49A5-8A96-EBE8E4CC1F95}" srcOrd="3" destOrd="0" presId="urn:microsoft.com/office/officeart/2018/5/layout/IconCircleLabelList"/>
    <dgm:cxn modelId="{DEDB0B05-990C-483F-8DD6-556CEB1234DF}" type="presParOf" srcId="{87FBD668-CC4B-4335-965F-348FE215CCC1}" destId="{270537FA-2A8A-4AF4-A145-9066BCACC1C4}" srcOrd="3" destOrd="0" presId="urn:microsoft.com/office/officeart/2018/5/layout/IconCircleLabelList"/>
    <dgm:cxn modelId="{642995CF-2E2C-4A2B-AFB9-74C054BADAD0}" type="presParOf" srcId="{87FBD668-CC4B-4335-965F-348FE215CCC1}" destId="{FC748FCE-00A8-43CB-8938-F92FE8D02B15}" srcOrd="4" destOrd="0" presId="urn:microsoft.com/office/officeart/2018/5/layout/IconCircleLabelList"/>
    <dgm:cxn modelId="{6988E173-49B3-41B5-A57E-80E63143172D}" type="presParOf" srcId="{FC748FCE-00A8-43CB-8938-F92FE8D02B15}" destId="{99983763-28E9-4620-8547-78C898A71B2B}" srcOrd="0" destOrd="0" presId="urn:microsoft.com/office/officeart/2018/5/layout/IconCircleLabelList"/>
    <dgm:cxn modelId="{D930A07B-8228-4E9D-9E37-3DD010EB058A}" type="presParOf" srcId="{FC748FCE-00A8-43CB-8938-F92FE8D02B15}" destId="{387F96B1-0684-4779-B0D2-5A53D2C627C4}" srcOrd="1" destOrd="0" presId="urn:microsoft.com/office/officeart/2018/5/layout/IconCircleLabelList"/>
    <dgm:cxn modelId="{7B476DE6-3FF9-4A40-ABC8-69F8329CC185}" type="presParOf" srcId="{FC748FCE-00A8-43CB-8938-F92FE8D02B15}" destId="{08693194-10BA-45BF-89E1-6FDB81B06A3C}" srcOrd="2" destOrd="0" presId="urn:microsoft.com/office/officeart/2018/5/layout/IconCircleLabelList"/>
    <dgm:cxn modelId="{4E9DA2E1-25B3-4651-9897-BD241643C48E}" type="presParOf" srcId="{FC748FCE-00A8-43CB-8938-F92FE8D02B15}" destId="{6C43DA93-50A9-47B0-A721-D0B603DF06FF}" srcOrd="3" destOrd="0" presId="urn:microsoft.com/office/officeart/2018/5/layout/IconCircleLabelList"/>
    <dgm:cxn modelId="{8C8A6812-DDF7-42D2-8CB0-C99EE717DAE2}" type="presParOf" srcId="{87FBD668-CC4B-4335-965F-348FE215CCC1}" destId="{EFF11EF1-F3BD-4AF5-84F6-EA952AF9A0F1}" srcOrd="5" destOrd="0" presId="urn:microsoft.com/office/officeart/2018/5/layout/IconCircleLabelList"/>
    <dgm:cxn modelId="{6CBD9B66-0C7D-4FEF-9889-EF4A1F98673E}" type="presParOf" srcId="{87FBD668-CC4B-4335-965F-348FE215CCC1}" destId="{BD479AAD-BACE-45CC-A9DD-122A70B9657D}" srcOrd="6" destOrd="0" presId="urn:microsoft.com/office/officeart/2018/5/layout/IconCircleLabelList"/>
    <dgm:cxn modelId="{C204B825-40B5-48D0-94FD-8873C63D348F}" type="presParOf" srcId="{BD479AAD-BACE-45CC-A9DD-122A70B9657D}" destId="{BE8ABA93-2DB1-407F-AE55-2D235987D5FA}" srcOrd="0" destOrd="0" presId="urn:microsoft.com/office/officeart/2018/5/layout/IconCircleLabelList"/>
    <dgm:cxn modelId="{33B5A560-7C59-426A-9E2C-111BE2C0ED2A}" type="presParOf" srcId="{BD479AAD-BACE-45CC-A9DD-122A70B9657D}" destId="{298C77A7-E35A-4CF4-A8C5-94693836B6AB}" srcOrd="1" destOrd="0" presId="urn:microsoft.com/office/officeart/2018/5/layout/IconCircleLabelList"/>
    <dgm:cxn modelId="{ADDFEB05-54F5-4CF5-A2E2-0E4CDF771284}" type="presParOf" srcId="{BD479AAD-BACE-45CC-A9DD-122A70B9657D}" destId="{3680A37F-29C5-49BC-8A26-424406C77593}" srcOrd="2" destOrd="0" presId="urn:microsoft.com/office/officeart/2018/5/layout/IconCircleLabelList"/>
    <dgm:cxn modelId="{70DBF46A-5ACB-43D5-98B6-553D87FBA9CF}" type="presParOf" srcId="{BD479AAD-BACE-45CC-A9DD-122A70B9657D}" destId="{D820EA78-6E97-467E-AF27-12F5FFC063C6}" srcOrd="3" destOrd="0" presId="urn:microsoft.com/office/officeart/2018/5/layout/IconCircleLabelList"/>
    <dgm:cxn modelId="{E90DBAC5-FE9F-4880-86B2-8FFD5E9A5B48}" type="presParOf" srcId="{87FBD668-CC4B-4335-965F-348FE215CCC1}" destId="{E45E9C14-E90F-43B2-9A77-D02B591624D3}" srcOrd="7" destOrd="0" presId="urn:microsoft.com/office/officeart/2018/5/layout/IconCircleLabelList"/>
    <dgm:cxn modelId="{F6E7C07E-DBBF-4938-A67B-22879872C5D8}" type="presParOf" srcId="{87FBD668-CC4B-4335-965F-348FE215CCC1}" destId="{91A3C0D8-DF7F-4EDA-B4CB-5FA2CFF6BB25}" srcOrd="8" destOrd="0" presId="urn:microsoft.com/office/officeart/2018/5/layout/IconCircleLabelList"/>
    <dgm:cxn modelId="{44C4FBBB-B13D-4E71-967A-AE2EA5008B04}" type="presParOf" srcId="{91A3C0D8-DF7F-4EDA-B4CB-5FA2CFF6BB25}" destId="{35FF3303-46AE-4A3C-996B-C8E3691C5711}" srcOrd="0" destOrd="0" presId="urn:microsoft.com/office/officeart/2018/5/layout/IconCircleLabelList"/>
    <dgm:cxn modelId="{B461DEB2-9062-4428-9C24-1D1DE97663D9}" type="presParOf" srcId="{91A3C0D8-DF7F-4EDA-B4CB-5FA2CFF6BB25}" destId="{02A651E4-0127-41AD-A8FB-B447A90E1FED}" srcOrd="1" destOrd="0" presId="urn:microsoft.com/office/officeart/2018/5/layout/IconCircleLabelList"/>
    <dgm:cxn modelId="{64D9D87B-740B-42E1-91A2-CEA982639903}" type="presParOf" srcId="{91A3C0D8-DF7F-4EDA-B4CB-5FA2CFF6BB25}" destId="{AEA45BB1-1A9C-41A5-AA04-3A8B71555EF3}" srcOrd="2" destOrd="0" presId="urn:microsoft.com/office/officeart/2018/5/layout/IconCircleLabelList"/>
    <dgm:cxn modelId="{0B25D809-B0BA-4787-9FBD-41E23DE45C13}" type="presParOf" srcId="{91A3C0D8-DF7F-4EDA-B4CB-5FA2CFF6BB25}" destId="{227B759B-5825-47BD-AF43-80665AA9F55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6EE4C5B-758A-4DDE-A08D-793C1C243D15}" type="doc">
      <dgm:prSet loTypeId="urn:microsoft.com/office/officeart/2018/2/layout/IconLabelList" loCatId="icon" qsTypeId="urn:microsoft.com/office/officeart/2005/8/quickstyle/simple1#23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682A89A3-ED9A-4166-95C5-04A16B543132}">
      <dgm:prSet/>
      <dgm:spPr/>
      <dgm:t>
        <a:bodyPr/>
        <a:lstStyle/>
        <a:p>
          <a:r>
            <a:rPr lang="en-IN"/>
            <a:t>Bare-metal architecture</a:t>
          </a:r>
          <a:endParaRPr lang="en-US"/>
        </a:p>
      </dgm:t>
    </dgm:pt>
    <dgm:pt modelId="{1FF5B85B-4789-4434-BA64-CEE3311D8EBA}" type="parTrans" cxnId="{1D32DD0B-E38F-423E-8646-B1566C388609}">
      <dgm:prSet/>
      <dgm:spPr/>
      <dgm:t>
        <a:bodyPr/>
        <a:lstStyle/>
        <a:p>
          <a:endParaRPr lang="en-US"/>
        </a:p>
      </dgm:t>
    </dgm:pt>
    <dgm:pt modelId="{C96EB64F-EFD4-4E72-A418-017416B73CCC}" type="sibTrans" cxnId="{1D32DD0B-E38F-423E-8646-B1566C388609}">
      <dgm:prSet/>
      <dgm:spPr/>
      <dgm:t>
        <a:bodyPr/>
        <a:lstStyle/>
        <a:p>
          <a:endParaRPr lang="en-US"/>
        </a:p>
      </dgm:t>
    </dgm:pt>
    <dgm:pt modelId="{CE7695F3-2A64-45CA-BF6B-AF1156C60760}">
      <dgm:prSet/>
      <dgm:spPr/>
      <dgm:t>
        <a:bodyPr/>
        <a:lstStyle/>
        <a:p>
          <a:r>
            <a:rPr lang="en-IN"/>
            <a:t>Low cost</a:t>
          </a:r>
          <a:endParaRPr lang="en-US"/>
        </a:p>
      </dgm:t>
    </dgm:pt>
    <dgm:pt modelId="{8CBD6CE9-2175-46EC-8E48-39356BDD6FD1}" type="parTrans" cxnId="{3CB9E9A3-20F7-432B-85B0-E56A8B3E8086}">
      <dgm:prSet/>
      <dgm:spPr/>
      <dgm:t>
        <a:bodyPr/>
        <a:lstStyle/>
        <a:p>
          <a:endParaRPr lang="en-US"/>
        </a:p>
      </dgm:t>
    </dgm:pt>
    <dgm:pt modelId="{3A06CF08-C619-49C3-AC88-DC6A7254A2FD}" type="sibTrans" cxnId="{3CB9E9A3-20F7-432B-85B0-E56A8B3E8086}">
      <dgm:prSet/>
      <dgm:spPr/>
      <dgm:t>
        <a:bodyPr/>
        <a:lstStyle/>
        <a:p>
          <a:endParaRPr lang="en-US"/>
        </a:p>
      </dgm:t>
    </dgm:pt>
    <dgm:pt modelId="{25166EC3-A33A-437C-B089-6DA456DF5981}">
      <dgm:prSet/>
      <dgm:spPr/>
      <dgm:t>
        <a:bodyPr/>
        <a:lstStyle/>
        <a:p>
          <a:r>
            <a:rPr lang="en-IN"/>
            <a:t>Availability</a:t>
          </a:r>
          <a:endParaRPr lang="en-US"/>
        </a:p>
      </dgm:t>
    </dgm:pt>
    <dgm:pt modelId="{D23107E5-1D2D-4F27-9F1F-DCEE967D82F3}" type="parTrans" cxnId="{9A2D681C-052A-4C4E-9C59-128AA0382091}">
      <dgm:prSet/>
      <dgm:spPr/>
      <dgm:t>
        <a:bodyPr/>
        <a:lstStyle/>
        <a:p>
          <a:endParaRPr lang="en-US"/>
        </a:p>
      </dgm:t>
    </dgm:pt>
    <dgm:pt modelId="{ADE853A5-9FEA-44B5-B15B-06299CB2F4A2}" type="sibTrans" cxnId="{9A2D681C-052A-4C4E-9C59-128AA0382091}">
      <dgm:prSet/>
      <dgm:spPr/>
      <dgm:t>
        <a:bodyPr/>
        <a:lstStyle/>
        <a:p>
          <a:endParaRPr lang="en-US"/>
        </a:p>
      </dgm:t>
    </dgm:pt>
    <dgm:pt modelId="{0A5A66D7-BAE4-4B1C-BD80-FD833DB4EEF5}">
      <dgm:prSet/>
      <dgm:spPr/>
      <dgm:t>
        <a:bodyPr/>
        <a:lstStyle/>
        <a:p>
          <a:r>
            <a:rPr lang="en-IN"/>
            <a:t>Flexibility and portability</a:t>
          </a:r>
          <a:endParaRPr lang="en-US"/>
        </a:p>
      </dgm:t>
    </dgm:pt>
    <dgm:pt modelId="{595AF5F6-87A8-43AF-9D37-17CDFF5EDB9B}" type="parTrans" cxnId="{D942DD63-306A-4485-830A-8722B503F00D}">
      <dgm:prSet/>
      <dgm:spPr/>
      <dgm:t>
        <a:bodyPr/>
        <a:lstStyle/>
        <a:p>
          <a:endParaRPr lang="en-US"/>
        </a:p>
      </dgm:t>
    </dgm:pt>
    <dgm:pt modelId="{B98186A0-0B4A-4394-A6D2-080DC46171E0}" type="sibTrans" cxnId="{D942DD63-306A-4485-830A-8722B503F00D}">
      <dgm:prSet/>
      <dgm:spPr/>
      <dgm:t>
        <a:bodyPr/>
        <a:lstStyle/>
        <a:p>
          <a:endParaRPr lang="en-US"/>
        </a:p>
      </dgm:t>
    </dgm:pt>
    <dgm:pt modelId="{557892F3-06DD-4D28-9D11-C266D96CCD4F}" type="pres">
      <dgm:prSet presAssocID="{86EE4C5B-758A-4DDE-A08D-793C1C243D15}" presName="root" presStyleCnt="0">
        <dgm:presLayoutVars>
          <dgm:dir/>
          <dgm:resizeHandles val="exact"/>
        </dgm:presLayoutVars>
      </dgm:prSet>
      <dgm:spPr/>
    </dgm:pt>
    <dgm:pt modelId="{B8086136-993E-4506-A651-0622C78AB92F}" type="pres">
      <dgm:prSet presAssocID="{682A89A3-ED9A-4166-95C5-04A16B543132}" presName="compNode" presStyleCnt="0"/>
      <dgm:spPr/>
    </dgm:pt>
    <dgm:pt modelId="{20762F66-2D28-417D-B5D7-9FC6D4D8BB3D}" type="pres">
      <dgm:prSet presAssocID="{682A89A3-ED9A-4166-95C5-04A16B54313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C37BF065-0CE7-4BD3-997A-220768FD52A8}" type="pres">
      <dgm:prSet presAssocID="{682A89A3-ED9A-4166-95C5-04A16B543132}" presName="spaceRect" presStyleCnt="0"/>
      <dgm:spPr/>
    </dgm:pt>
    <dgm:pt modelId="{44252240-5EA9-475D-85AE-AA1EE4848775}" type="pres">
      <dgm:prSet presAssocID="{682A89A3-ED9A-4166-95C5-04A16B543132}" presName="textRect" presStyleLbl="revTx" presStyleIdx="0" presStyleCnt="4">
        <dgm:presLayoutVars>
          <dgm:chMax val="1"/>
          <dgm:chPref val="1"/>
        </dgm:presLayoutVars>
      </dgm:prSet>
      <dgm:spPr/>
    </dgm:pt>
    <dgm:pt modelId="{A365F241-6AA5-49CE-9F01-EA1730FACB8B}" type="pres">
      <dgm:prSet presAssocID="{C96EB64F-EFD4-4E72-A418-017416B73CCC}" presName="sibTrans" presStyleCnt="0"/>
      <dgm:spPr/>
    </dgm:pt>
    <dgm:pt modelId="{89CFDB29-5CAF-4832-9370-DD7C3B4E0F07}" type="pres">
      <dgm:prSet presAssocID="{CE7695F3-2A64-45CA-BF6B-AF1156C60760}" presName="compNode" presStyleCnt="0"/>
      <dgm:spPr/>
    </dgm:pt>
    <dgm:pt modelId="{233A5B48-2C50-4288-84E3-4C4FFAB5F8EA}" type="pres">
      <dgm:prSet presAssocID="{CE7695F3-2A64-45CA-BF6B-AF1156C6076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24EEE04-70F4-4A9C-A1A7-CD986EF96BB2}" type="pres">
      <dgm:prSet presAssocID="{CE7695F3-2A64-45CA-BF6B-AF1156C60760}" presName="spaceRect" presStyleCnt="0"/>
      <dgm:spPr/>
    </dgm:pt>
    <dgm:pt modelId="{065C6C48-C9E3-4F08-8C03-3A432E134507}" type="pres">
      <dgm:prSet presAssocID="{CE7695F3-2A64-45CA-BF6B-AF1156C60760}" presName="textRect" presStyleLbl="revTx" presStyleIdx="1" presStyleCnt="4">
        <dgm:presLayoutVars>
          <dgm:chMax val="1"/>
          <dgm:chPref val="1"/>
        </dgm:presLayoutVars>
      </dgm:prSet>
      <dgm:spPr/>
    </dgm:pt>
    <dgm:pt modelId="{47CEFFD8-1A75-4F5B-97D6-FE7A8F9E9911}" type="pres">
      <dgm:prSet presAssocID="{3A06CF08-C619-49C3-AC88-DC6A7254A2FD}" presName="sibTrans" presStyleCnt="0"/>
      <dgm:spPr/>
    </dgm:pt>
    <dgm:pt modelId="{96B476FF-84B3-4371-BF4C-576FBA506F66}" type="pres">
      <dgm:prSet presAssocID="{25166EC3-A33A-437C-B089-6DA456DF5981}" presName="compNode" presStyleCnt="0"/>
      <dgm:spPr/>
    </dgm:pt>
    <dgm:pt modelId="{904E0BF4-3810-4E44-87D3-F8AFAAF094D6}" type="pres">
      <dgm:prSet presAssocID="{25166EC3-A33A-437C-B089-6DA456DF598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 Finished"/>
        </a:ext>
      </dgm:extLst>
    </dgm:pt>
    <dgm:pt modelId="{9F45BEE2-28FF-4894-8075-EEDE15E5D2E9}" type="pres">
      <dgm:prSet presAssocID="{25166EC3-A33A-437C-B089-6DA456DF5981}" presName="spaceRect" presStyleCnt="0"/>
      <dgm:spPr/>
    </dgm:pt>
    <dgm:pt modelId="{FD4FDCF7-5F20-4497-88D4-F6294232DDFA}" type="pres">
      <dgm:prSet presAssocID="{25166EC3-A33A-437C-B089-6DA456DF5981}" presName="textRect" presStyleLbl="revTx" presStyleIdx="2" presStyleCnt="4">
        <dgm:presLayoutVars>
          <dgm:chMax val="1"/>
          <dgm:chPref val="1"/>
        </dgm:presLayoutVars>
      </dgm:prSet>
      <dgm:spPr/>
    </dgm:pt>
    <dgm:pt modelId="{F894E8AA-CA64-4284-B615-B9B98692B5A3}" type="pres">
      <dgm:prSet presAssocID="{ADE853A5-9FEA-44B5-B15B-06299CB2F4A2}" presName="sibTrans" presStyleCnt="0"/>
      <dgm:spPr/>
    </dgm:pt>
    <dgm:pt modelId="{0FD45EDB-B501-4615-9EC2-7623A9D07ED4}" type="pres">
      <dgm:prSet presAssocID="{0A5A66D7-BAE4-4B1C-BD80-FD833DB4EEF5}" presName="compNode" presStyleCnt="0"/>
      <dgm:spPr/>
    </dgm:pt>
    <dgm:pt modelId="{3CCE77B3-91F1-49C2-ADA8-120C1EE2E6F0}" type="pres">
      <dgm:prSet presAssocID="{0A5A66D7-BAE4-4B1C-BD80-FD833DB4EEF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ilboat"/>
        </a:ext>
      </dgm:extLst>
    </dgm:pt>
    <dgm:pt modelId="{D644BF28-186B-4112-ABAA-DFED34B56E55}" type="pres">
      <dgm:prSet presAssocID="{0A5A66D7-BAE4-4B1C-BD80-FD833DB4EEF5}" presName="spaceRect" presStyleCnt="0"/>
      <dgm:spPr/>
    </dgm:pt>
    <dgm:pt modelId="{1146CA3E-6464-4259-96CC-438B1C410588}" type="pres">
      <dgm:prSet presAssocID="{0A5A66D7-BAE4-4B1C-BD80-FD833DB4EEF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D32DD0B-E38F-423E-8646-B1566C388609}" srcId="{86EE4C5B-758A-4DDE-A08D-793C1C243D15}" destId="{682A89A3-ED9A-4166-95C5-04A16B543132}" srcOrd="0" destOrd="0" parTransId="{1FF5B85B-4789-4434-BA64-CEE3311D8EBA}" sibTransId="{C96EB64F-EFD4-4E72-A418-017416B73CCC}"/>
    <dgm:cxn modelId="{9A2D681C-052A-4C4E-9C59-128AA0382091}" srcId="{86EE4C5B-758A-4DDE-A08D-793C1C243D15}" destId="{25166EC3-A33A-437C-B089-6DA456DF5981}" srcOrd="2" destOrd="0" parTransId="{D23107E5-1D2D-4F27-9F1F-DCEE967D82F3}" sibTransId="{ADE853A5-9FEA-44B5-B15B-06299CB2F4A2}"/>
    <dgm:cxn modelId="{06331221-7879-419F-B18B-BFEB98F7E6A2}" type="presOf" srcId="{86EE4C5B-758A-4DDE-A08D-793C1C243D15}" destId="{557892F3-06DD-4D28-9D11-C266D96CCD4F}" srcOrd="0" destOrd="0" presId="urn:microsoft.com/office/officeart/2018/2/layout/IconLabelList"/>
    <dgm:cxn modelId="{7F716322-99BD-476B-876A-6E0D62BC089A}" type="presOf" srcId="{682A89A3-ED9A-4166-95C5-04A16B543132}" destId="{44252240-5EA9-475D-85AE-AA1EE4848775}" srcOrd="0" destOrd="0" presId="urn:microsoft.com/office/officeart/2018/2/layout/IconLabelList"/>
    <dgm:cxn modelId="{8E6CC438-0FE1-4AC4-AF43-6885BE8A8878}" type="presOf" srcId="{CE7695F3-2A64-45CA-BF6B-AF1156C60760}" destId="{065C6C48-C9E3-4F08-8C03-3A432E134507}" srcOrd="0" destOrd="0" presId="urn:microsoft.com/office/officeart/2018/2/layout/IconLabelList"/>
    <dgm:cxn modelId="{D942DD63-306A-4485-830A-8722B503F00D}" srcId="{86EE4C5B-758A-4DDE-A08D-793C1C243D15}" destId="{0A5A66D7-BAE4-4B1C-BD80-FD833DB4EEF5}" srcOrd="3" destOrd="0" parTransId="{595AF5F6-87A8-43AF-9D37-17CDFF5EDB9B}" sibTransId="{B98186A0-0B4A-4394-A6D2-080DC46171E0}"/>
    <dgm:cxn modelId="{A1CB5C94-91A6-4EE5-AEA3-5BA7655CF061}" type="presOf" srcId="{25166EC3-A33A-437C-B089-6DA456DF5981}" destId="{FD4FDCF7-5F20-4497-88D4-F6294232DDFA}" srcOrd="0" destOrd="0" presId="urn:microsoft.com/office/officeart/2018/2/layout/IconLabelList"/>
    <dgm:cxn modelId="{3CB9E9A3-20F7-432B-85B0-E56A8B3E8086}" srcId="{86EE4C5B-758A-4DDE-A08D-793C1C243D15}" destId="{CE7695F3-2A64-45CA-BF6B-AF1156C60760}" srcOrd="1" destOrd="0" parTransId="{8CBD6CE9-2175-46EC-8E48-39356BDD6FD1}" sibTransId="{3A06CF08-C619-49C3-AC88-DC6A7254A2FD}"/>
    <dgm:cxn modelId="{994B45D2-09FA-4233-8A69-DCC11FE32328}" type="presOf" srcId="{0A5A66D7-BAE4-4B1C-BD80-FD833DB4EEF5}" destId="{1146CA3E-6464-4259-96CC-438B1C410588}" srcOrd="0" destOrd="0" presId="urn:microsoft.com/office/officeart/2018/2/layout/IconLabelList"/>
    <dgm:cxn modelId="{4A7C28EE-C46D-4729-8582-49A53360923B}" type="presParOf" srcId="{557892F3-06DD-4D28-9D11-C266D96CCD4F}" destId="{B8086136-993E-4506-A651-0622C78AB92F}" srcOrd="0" destOrd="0" presId="urn:microsoft.com/office/officeart/2018/2/layout/IconLabelList"/>
    <dgm:cxn modelId="{3E3C4819-1E4E-445B-9D70-744FA6101751}" type="presParOf" srcId="{B8086136-993E-4506-A651-0622C78AB92F}" destId="{20762F66-2D28-417D-B5D7-9FC6D4D8BB3D}" srcOrd="0" destOrd="0" presId="urn:microsoft.com/office/officeart/2018/2/layout/IconLabelList"/>
    <dgm:cxn modelId="{91676CD0-8585-43B5-AF75-0FFCF52F1301}" type="presParOf" srcId="{B8086136-993E-4506-A651-0622C78AB92F}" destId="{C37BF065-0CE7-4BD3-997A-220768FD52A8}" srcOrd="1" destOrd="0" presId="urn:microsoft.com/office/officeart/2018/2/layout/IconLabelList"/>
    <dgm:cxn modelId="{0656CF9B-068A-48E1-9B2D-082A1590092A}" type="presParOf" srcId="{B8086136-993E-4506-A651-0622C78AB92F}" destId="{44252240-5EA9-475D-85AE-AA1EE4848775}" srcOrd="2" destOrd="0" presId="urn:microsoft.com/office/officeart/2018/2/layout/IconLabelList"/>
    <dgm:cxn modelId="{A3DDF790-0E66-4587-A121-157D4AFF7D51}" type="presParOf" srcId="{557892F3-06DD-4D28-9D11-C266D96CCD4F}" destId="{A365F241-6AA5-49CE-9F01-EA1730FACB8B}" srcOrd="1" destOrd="0" presId="urn:microsoft.com/office/officeart/2018/2/layout/IconLabelList"/>
    <dgm:cxn modelId="{0CA50FE9-C2CE-487E-AE9C-62A0F8967CCA}" type="presParOf" srcId="{557892F3-06DD-4D28-9D11-C266D96CCD4F}" destId="{89CFDB29-5CAF-4832-9370-DD7C3B4E0F07}" srcOrd="2" destOrd="0" presId="urn:microsoft.com/office/officeart/2018/2/layout/IconLabelList"/>
    <dgm:cxn modelId="{B58893BA-487D-4E82-BAB1-F59CF63E29C5}" type="presParOf" srcId="{89CFDB29-5CAF-4832-9370-DD7C3B4E0F07}" destId="{233A5B48-2C50-4288-84E3-4C4FFAB5F8EA}" srcOrd="0" destOrd="0" presId="urn:microsoft.com/office/officeart/2018/2/layout/IconLabelList"/>
    <dgm:cxn modelId="{D846E2C7-276D-4344-9645-B67A88EB7297}" type="presParOf" srcId="{89CFDB29-5CAF-4832-9370-DD7C3B4E0F07}" destId="{124EEE04-70F4-4A9C-A1A7-CD986EF96BB2}" srcOrd="1" destOrd="0" presId="urn:microsoft.com/office/officeart/2018/2/layout/IconLabelList"/>
    <dgm:cxn modelId="{B6BCF5C6-1E89-4F0D-A06A-7E0AA62399F5}" type="presParOf" srcId="{89CFDB29-5CAF-4832-9370-DD7C3B4E0F07}" destId="{065C6C48-C9E3-4F08-8C03-3A432E134507}" srcOrd="2" destOrd="0" presId="urn:microsoft.com/office/officeart/2018/2/layout/IconLabelList"/>
    <dgm:cxn modelId="{CBE131CC-1494-4AC1-A643-559E0FECEBA3}" type="presParOf" srcId="{557892F3-06DD-4D28-9D11-C266D96CCD4F}" destId="{47CEFFD8-1A75-4F5B-97D6-FE7A8F9E9911}" srcOrd="3" destOrd="0" presId="urn:microsoft.com/office/officeart/2018/2/layout/IconLabelList"/>
    <dgm:cxn modelId="{AA32CDAA-0121-4C9D-8DFD-AC714496530D}" type="presParOf" srcId="{557892F3-06DD-4D28-9D11-C266D96CCD4F}" destId="{96B476FF-84B3-4371-BF4C-576FBA506F66}" srcOrd="4" destOrd="0" presId="urn:microsoft.com/office/officeart/2018/2/layout/IconLabelList"/>
    <dgm:cxn modelId="{EA5D17E8-8E3B-4AF3-92D2-E61F9EDCDBEC}" type="presParOf" srcId="{96B476FF-84B3-4371-BF4C-576FBA506F66}" destId="{904E0BF4-3810-4E44-87D3-F8AFAAF094D6}" srcOrd="0" destOrd="0" presId="urn:microsoft.com/office/officeart/2018/2/layout/IconLabelList"/>
    <dgm:cxn modelId="{C9893A5E-6BCF-43C9-A5DC-435530E4CE2D}" type="presParOf" srcId="{96B476FF-84B3-4371-BF4C-576FBA506F66}" destId="{9F45BEE2-28FF-4894-8075-EEDE15E5D2E9}" srcOrd="1" destOrd="0" presId="urn:microsoft.com/office/officeart/2018/2/layout/IconLabelList"/>
    <dgm:cxn modelId="{65EAA40B-24AF-4EAD-AC85-E13B38F8E704}" type="presParOf" srcId="{96B476FF-84B3-4371-BF4C-576FBA506F66}" destId="{FD4FDCF7-5F20-4497-88D4-F6294232DDFA}" srcOrd="2" destOrd="0" presId="urn:microsoft.com/office/officeart/2018/2/layout/IconLabelList"/>
    <dgm:cxn modelId="{B5671F68-DA42-4A8D-AAEB-F66C5A7258D4}" type="presParOf" srcId="{557892F3-06DD-4D28-9D11-C266D96CCD4F}" destId="{F894E8AA-CA64-4284-B615-B9B98692B5A3}" srcOrd="5" destOrd="0" presId="urn:microsoft.com/office/officeart/2018/2/layout/IconLabelList"/>
    <dgm:cxn modelId="{42141BDC-87B4-45A1-A9C4-C41D55A78269}" type="presParOf" srcId="{557892F3-06DD-4D28-9D11-C266D96CCD4F}" destId="{0FD45EDB-B501-4615-9EC2-7623A9D07ED4}" srcOrd="6" destOrd="0" presId="urn:microsoft.com/office/officeart/2018/2/layout/IconLabelList"/>
    <dgm:cxn modelId="{05B7EAF3-EB8E-453B-BBF4-D0398DDEF05C}" type="presParOf" srcId="{0FD45EDB-B501-4615-9EC2-7623A9D07ED4}" destId="{3CCE77B3-91F1-49C2-ADA8-120C1EE2E6F0}" srcOrd="0" destOrd="0" presId="urn:microsoft.com/office/officeart/2018/2/layout/IconLabelList"/>
    <dgm:cxn modelId="{87ADD679-7C00-4F4C-B4F2-79E5BFDE39FF}" type="presParOf" srcId="{0FD45EDB-B501-4615-9EC2-7623A9D07ED4}" destId="{D644BF28-186B-4112-ABAA-DFED34B56E55}" srcOrd="1" destOrd="0" presId="urn:microsoft.com/office/officeart/2018/2/layout/IconLabelList"/>
    <dgm:cxn modelId="{AD4314DF-608D-492C-816D-C8D81C5A6912}" type="presParOf" srcId="{0FD45EDB-B501-4615-9EC2-7623A9D07ED4}" destId="{1146CA3E-6464-4259-96CC-438B1C41058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4960A5-FE28-49EA-A331-E723F7C91326}">
      <dsp:nvSpPr>
        <dsp:cNvPr id="0" name=""/>
        <dsp:cNvSpPr/>
      </dsp:nvSpPr>
      <dsp:spPr>
        <a:xfrm>
          <a:off x="1078918" y="633965"/>
          <a:ext cx="930634" cy="9306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4AB4FD-53D5-409F-882B-68784427041E}">
      <dsp:nvSpPr>
        <dsp:cNvPr id="0" name=""/>
        <dsp:cNvSpPr/>
      </dsp:nvSpPr>
      <dsp:spPr>
        <a:xfrm>
          <a:off x="510197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Bare-metal architecture</a:t>
          </a:r>
          <a:endParaRPr lang="en-US" sz="2500" kern="1200"/>
        </a:p>
      </dsp:txBody>
      <dsp:txXfrm>
        <a:off x="510197" y="1855936"/>
        <a:ext cx="2068076" cy="720000"/>
      </dsp:txXfrm>
    </dsp:sp>
    <dsp:sp modelId="{5BC6204F-3F39-4DE2-A918-CAF5777560A1}">
      <dsp:nvSpPr>
        <dsp:cNvPr id="0" name=""/>
        <dsp:cNvSpPr/>
      </dsp:nvSpPr>
      <dsp:spPr>
        <a:xfrm>
          <a:off x="3508908" y="633965"/>
          <a:ext cx="930634" cy="9306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40C7D1-837A-4F41-BA47-AE57D485DE24}">
      <dsp:nvSpPr>
        <dsp:cNvPr id="0" name=""/>
        <dsp:cNvSpPr/>
      </dsp:nvSpPr>
      <dsp:spPr>
        <a:xfrm>
          <a:off x="2940187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CPU virtualization</a:t>
          </a:r>
          <a:endParaRPr lang="en-US" sz="2500" kern="1200"/>
        </a:p>
      </dsp:txBody>
      <dsp:txXfrm>
        <a:off x="2940187" y="1855936"/>
        <a:ext cx="2068076" cy="720000"/>
      </dsp:txXfrm>
    </dsp:sp>
    <dsp:sp modelId="{23462921-1D44-4113-BED1-6A75B491FA51}">
      <dsp:nvSpPr>
        <dsp:cNvPr id="0" name=""/>
        <dsp:cNvSpPr/>
      </dsp:nvSpPr>
      <dsp:spPr>
        <a:xfrm>
          <a:off x="5938897" y="633965"/>
          <a:ext cx="930634" cy="9306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7841B5-7DEB-4D87-86F9-4751DF505E0F}">
      <dsp:nvSpPr>
        <dsp:cNvPr id="0" name=""/>
        <dsp:cNvSpPr/>
      </dsp:nvSpPr>
      <dsp:spPr>
        <a:xfrm>
          <a:off x="5370176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Network virtualization</a:t>
          </a:r>
          <a:endParaRPr lang="en-US" sz="2500" kern="1200"/>
        </a:p>
      </dsp:txBody>
      <dsp:txXfrm>
        <a:off x="5370176" y="1855936"/>
        <a:ext cx="2068076" cy="720000"/>
      </dsp:txXfrm>
    </dsp:sp>
    <dsp:sp modelId="{8A3AAEC6-A10C-4EE2-94C9-3C1695148A33}">
      <dsp:nvSpPr>
        <dsp:cNvPr id="0" name=""/>
        <dsp:cNvSpPr/>
      </dsp:nvSpPr>
      <dsp:spPr>
        <a:xfrm>
          <a:off x="8368887" y="633965"/>
          <a:ext cx="930634" cy="9306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217D66-54C1-4D91-A496-FF42AD36729F}">
      <dsp:nvSpPr>
        <dsp:cNvPr id="0" name=""/>
        <dsp:cNvSpPr/>
      </dsp:nvSpPr>
      <dsp:spPr>
        <a:xfrm>
          <a:off x="7800166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Storage virtualization</a:t>
          </a:r>
          <a:endParaRPr lang="en-US" sz="2500" kern="1200"/>
        </a:p>
      </dsp:txBody>
      <dsp:txXfrm>
        <a:off x="7800166" y="1855936"/>
        <a:ext cx="2068076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E0183D-E81E-4209-A564-BEA82B3CEA63}">
      <dsp:nvSpPr>
        <dsp:cNvPr id="0" name=""/>
        <dsp:cNvSpPr/>
      </dsp:nvSpPr>
      <dsp:spPr>
        <a:xfrm>
          <a:off x="478800" y="109566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BCAC31-5C46-4007-8BC6-0FA99BA1355A}">
      <dsp:nvSpPr>
        <dsp:cNvPr id="0" name=""/>
        <dsp:cNvSpPr/>
      </dsp:nvSpPr>
      <dsp:spPr>
        <a:xfrm>
          <a:off x="712800" y="1329669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DACFFA-69B0-400F-9452-EEB5621B6A1D}">
      <dsp:nvSpPr>
        <dsp:cNvPr id="0" name=""/>
        <dsp:cNvSpPr/>
      </dsp:nvSpPr>
      <dsp:spPr>
        <a:xfrm>
          <a:off x="12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500" kern="1200"/>
            <a:t>Bare-metal architecture</a:t>
          </a:r>
          <a:endParaRPr lang="en-US" sz="1500" kern="1200"/>
        </a:p>
      </dsp:txBody>
      <dsp:txXfrm>
        <a:off x="127800" y="2535669"/>
        <a:ext cx="1800000" cy="720000"/>
      </dsp:txXfrm>
    </dsp:sp>
    <dsp:sp modelId="{DA3974EB-1B68-4780-AF28-66C28A29FD96}">
      <dsp:nvSpPr>
        <dsp:cNvPr id="0" name=""/>
        <dsp:cNvSpPr/>
      </dsp:nvSpPr>
      <dsp:spPr>
        <a:xfrm>
          <a:off x="2593800" y="109566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E9B6AF-073D-4850-9462-121658CA6F46}">
      <dsp:nvSpPr>
        <dsp:cNvPr id="0" name=""/>
        <dsp:cNvSpPr/>
      </dsp:nvSpPr>
      <dsp:spPr>
        <a:xfrm>
          <a:off x="2827800" y="132966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78F930-D785-49A5-8A96-EBE8E4CC1F95}">
      <dsp:nvSpPr>
        <dsp:cNvPr id="0" name=""/>
        <dsp:cNvSpPr/>
      </dsp:nvSpPr>
      <dsp:spPr>
        <a:xfrm>
          <a:off x="224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500" kern="1200"/>
            <a:t>Enhanced security and isolation</a:t>
          </a:r>
          <a:endParaRPr lang="en-US" sz="1500" kern="1200"/>
        </a:p>
      </dsp:txBody>
      <dsp:txXfrm>
        <a:off x="2242800" y="2535669"/>
        <a:ext cx="1800000" cy="720000"/>
      </dsp:txXfrm>
    </dsp:sp>
    <dsp:sp modelId="{99983763-28E9-4620-8547-78C898A71B2B}">
      <dsp:nvSpPr>
        <dsp:cNvPr id="0" name=""/>
        <dsp:cNvSpPr/>
      </dsp:nvSpPr>
      <dsp:spPr>
        <a:xfrm>
          <a:off x="4708800" y="109566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7F96B1-0684-4779-B0D2-5A53D2C627C4}">
      <dsp:nvSpPr>
        <dsp:cNvPr id="0" name=""/>
        <dsp:cNvSpPr/>
      </dsp:nvSpPr>
      <dsp:spPr>
        <a:xfrm>
          <a:off x="4942800" y="132966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43DA93-50A9-47B0-A721-D0B603DF06FF}">
      <dsp:nvSpPr>
        <dsp:cNvPr id="0" name=""/>
        <dsp:cNvSpPr/>
      </dsp:nvSpPr>
      <dsp:spPr>
        <a:xfrm>
          <a:off x="435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500" kern="1200"/>
            <a:t>Flexible infrastructure</a:t>
          </a:r>
          <a:endParaRPr lang="en-US" sz="1500" kern="1200"/>
        </a:p>
      </dsp:txBody>
      <dsp:txXfrm>
        <a:off x="4357800" y="2535669"/>
        <a:ext cx="1800000" cy="720000"/>
      </dsp:txXfrm>
    </dsp:sp>
    <dsp:sp modelId="{BE8ABA93-2DB1-407F-AE55-2D235987D5FA}">
      <dsp:nvSpPr>
        <dsp:cNvPr id="0" name=""/>
        <dsp:cNvSpPr/>
      </dsp:nvSpPr>
      <dsp:spPr>
        <a:xfrm>
          <a:off x="6823800" y="109566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8C77A7-E35A-4CF4-A8C5-94693836B6AB}">
      <dsp:nvSpPr>
        <dsp:cNvPr id="0" name=""/>
        <dsp:cNvSpPr/>
      </dsp:nvSpPr>
      <dsp:spPr>
        <a:xfrm>
          <a:off x="7057800" y="132966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20EA78-6E97-467E-AF27-12F5FFC063C6}">
      <dsp:nvSpPr>
        <dsp:cNvPr id="0" name=""/>
        <dsp:cNvSpPr/>
      </dsp:nvSpPr>
      <dsp:spPr>
        <a:xfrm>
          <a:off x="647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500" kern="1200"/>
            <a:t>Scalability</a:t>
          </a:r>
          <a:endParaRPr lang="en-US" sz="1500" kern="1200"/>
        </a:p>
      </dsp:txBody>
      <dsp:txXfrm>
        <a:off x="6472800" y="2535669"/>
        <a:ext cx="1800000" cy="720000"/>
      </dsp:txXfrm>
    </dsp:sp>
    <dsp:sp modelId="{35FF3303-46AE-4A3C-996B-C8E3691C5711}">
      <dsp:nvSpPr>
        <dsp:cNvPr id="0" name=""/>
        <dsp:cNvSpPr/>
      </dsp:nvSpPr>
      <dsp:spPr>
        <a:xfrm>
          <a:off x="8938800" y="109566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A651E4-0127-41AD-A8FB-B447A90E1FED}">
      <dsp:nvSpPr>
        <dsp:cNvPr id="0" name=""/>
        <dsp:cNvSpPr/>
      </dsp:nvSpPr>
      <dsp:spPr>
        <a:xfrm>
          <a:off x="9172800" y="132966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7B759B-5825-47BD-AF43-80665AA9F550}">
      <dsp:nvSpPr>
        <dsp:cNvPr id="0" name=""/>
        <dsp:cNvSpPr/>
      </dsp:nvSpPr>
      <dsp:spPr>
        <a:xfrm>
          <a:off x="858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500" kern="1200"/>
            <a:t>Availability</a:t>
          </a:r>
          <a:endParaRPr lang="en-US" sz="1500" kern="1200"/>
        </a:p>
      </dsp:txBody>
      <dsp:txXfrm>
        <a:off x="8587800" y="2535669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762F66-2D28-417D-B5D7-9FC6D4D8BB3D}">
      <dsp:nvSpPr>
        <dsp:cNvPr id="0" name=""/>
        <dsp:cNvSpPr/>
      </dsp:nvSpPr>
      <dsp:spPr>
        <a:xfrm>
          <a:off x="1078918" y="633965"/>
          <a:ext cx="930634" cy="9306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252240-5EA9-475D-85AE-AA1EE4848775}">
      <dsp:nvSpPr>
        <dsp:cNvPr id="0" name=""/>
        <dsp:cNvSpPr/>
      </dsp:nvSpPr>
      <dsp:spPr>
        <a:xfrm>
          <a:off x="510197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Bare-metal architecture</a:t>
          </a:r>
          <a:endParaRPr lang="en-US" sz="2500" kern="1200"/>
        </a:p>
      </dsp:txBody>
      <dsp:txXfrm>
        <a:off x="510197" y="1855936"/>
        <a:ext cx="2068076" cy="720000"/>
      </dsp:txXfrm>
    </dsp:sp>
    <dsp:sp modelId="{233A5B48-2C50-4288-84E3-4C4FFAB5F8EA}">
      <dsp:nvSpPr>
        <dsp:cNvPr id="0" name=""/>
        <dsp:cNvSpPr/>
      </dsp:nvSpPr>
      <dsp:spPr>
        <a:xfrm>
          <a:off x="3508908" y="633965"/>
          <a:ext cx="930634" cy="9306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C6C48-C9E3-4F08-8C03-3A432E134507}">
      <dsp:nvSpPr>
        <dsp:cNvPr id="0" name=""/>
        <dsp:cNvSpPr/>
      </dsp:nvSpPr>
      <dsp:spPr>
        <a:xfrm>
          <a:off x="2940187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Low cost</a:t>
          </a:r>
          <a:endParaRPr lang="en-US" sz="2500" kern="1200"/>
        </a:p>
      </dsp:txBody>
      <dsp:txXfrm>
        <a:off x="2940187" y="1855936"/>
        <a:ext cx="2068076" cy="720000"/>
      </dsp:txXfrm>
    </dsp:sp>
    <dsp:sp modelId="{904E0BF4-3810-4E44-87D3-F8AFAAF094D6}">
      <dsp:nvSpPr>
        <dsp:cNvPr id="0" name=""/>
        <dsp:cNvSpPr/>
      </dsp:nvSpPr>
      <dsp:spPr>
        <a:xfrm>
          <a:off x="5938897" y="633965"/>
          <a:ext cx="930634" cy="9306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FDCF7-5F20-4497-88D4-F6294232DDFA}">
      <dsp:nvSpPr>
        <dsp:cNvPr id="0" name=""/>
        <dsp:cNvSpPr/>
      </dsp:nvSpPr>
      <dsp:spPr>
        <a:xfrm>
          <a:off x="5370176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Availability</a:t>
          </a:r>
          <a:endParaRPr lang="en-US" sz="2500" kern="1200"/>
        </a:p>
      </dsp:txBody>
      <dsp:txXfrm>
        <a:off x="5370176" y="1855936"/>
        <a:ext cx="2068076" cy="720000"/>
      </dsp:txXfrm>
    </dsp:sp>
    <dsp:sp modelId="{3CCE77B3-91F1-49C2-ADA8-120C1EE2E6F0}">
      <dsp:nvSpPr>
        <dsp:cNvPr id="0" name=""/>
        <dsp:cNvSpPr/>
      </dsp:nvSpPr>
      <dsp:spPr>
        <a:xfrm>
          <a:off x="8368887" y="633965"/>
          <a:ext cx="930634" cy="9306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46CA3E-6464-4259-96CC-438B1C410588}">
      <dsp:nvSpPr>
        <dsp:cNvPr id="0" name=""/>
        <dsp:cNvSpPr/>
      </dsp:nvSpPr>
      <dsp:spPr>
        <a:xfrm>
          <a:off x="7800166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Flexibility and portability</a:t>
          </a:r>
          <a:endParaRPr lang="en-US" sz="2500" kern="1200"/>
        </a:p>
      </dsp:txBody>
      <dsp:txXfrm>
        <a:off x="7800166" y="1855936"/>
        <a:ext cx="2068076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2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6AF84-C4BE-1733-6D4E-773C7851D9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B38A77-6BBB-5D6C-12DC-AEA11B8831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17244-EC34-C7AD-C8EF-2ACF710A6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6011-57B9-5746-80E3-EE4C72E16F1F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21C-FDCE-3A86-8AF7-BE0E3868A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6971F-DE7F-3DA8-1D9C-E9CDF564F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B9B3-3BEA-D24F-923F-26AD4A789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89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B4CA4-E03C-E661-7B53-067972D95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6B938-886B-B2A0-CAFA-3FCAB4EF0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C4DB0-1D70-7DF2-E29A-F0A163FDE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6011-57B9-5746-80E3-EE4C72E16F1F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92AA8-2A5A-8896-91DA-CD3077F40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660A3-965B-220F-43E4-A48E06705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B9B3-3BEA-D24F-923F-26AD4A789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64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09F97-1626-F506-A1A7-45AD8451D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5AA43-6329-21A2-EBA0-4B297E458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B6838-1D58-9D4E-2F56-09BC93BA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6011-57B9-5746-80E3-EE4C72E16F1F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F6AC2-0C0F-EFA0-D5A5-68AC2D239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7CFD7-BEA4-4FC5-8355-41129C047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B9B3-3BEA-D24F-923F-26AD4A789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507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73B92-A092-A24E-9F50-4D5445503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7D58A-69B3-B64F-31CB-00243A1DD2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CEC8A-A1A7-B547-8519-7081954FEB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57C8B-CAC3-F2E6-2C7F-24AF64D6D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6011-57B9-5746-80E3-EE4C72E16F1F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2F0D4-9F19-CBEE-9BC0-E00902BD5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A9623-593F-6B60-EEBD-7ADBE7AD1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B9B3-3BEA-D24F-923F-26AD4A789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239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1C337-DC5F-292E-161C-6DD2F728E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201BF-14AC-071F-83DD-287EB4185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8C284-6153-00BD-2437-6DCB6973A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0855B2-2583-8681-2273-BFA522AC9A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29B8B-D48E-D6FC-E8C9-E400DDF79C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412ED4-A2CD-D835-6008-370A240DB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6011-57B9-5746-80E3-EE4C72E16F1F}" type="datetimeFigureOut">
              <a:rPr lang="en-US" smtClean="0"/>
              <a:t>8/14/26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DA1963-A63F-F824-3473-1A35E4119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579797-4317-29FF-02BE-E66DF7AB2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B9B3-3BEA-D24F-923F-26AD4A789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520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514A0-CD70-8AE9-D676-9CFDA8E91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14C043-9103-E652-4333-A8E0746B2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6011-57B9-5746-80E3-EE4C72E16F1F}" type="datetimeFigureOut">
              <a:rPr lang="en-US" smtClean="0"/>
              <a:t>8/14/26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67B01C-2C35-9F0D-A292-39F9259AF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EC40E1-2FB5-DA1F-9A3A-D0FA6A460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B9B3-3BEA-D24F-923F-26AD4A789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019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BA0652-D90D-346C-C27C-9E783FCE6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6011-57B9-5746-80E3-EE4C72E16F1F}" type="datetimeFigureOut">
              <a:rPr lang="en-US" smtClean="0"/>
              <a:t>8/14/26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D255E3-2A2A-481C-BB5F-2985290F4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C302B-A9D1-5D6B-7B67-17774EB32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B9B3-3BEA-D24F-923F-26AD4A789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358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76479-7FBD-1D7A-1EEC-44BA3E44C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D20E5-36AB-1E7B-FCF6-473BD9866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63CECB-3340-9C2D-9CD4-060FAAC6CE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831DB-2155-5C6A-2D10-7334255BB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6011-57B9-5746-80E3-EE4C72E16F1F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56545-8559-52D4-8EDB-2C1E455EC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145DA-2CAC-53D6-9CAE-7DA42B418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B9B3-3BEA-D24F-923F-26AD4A789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173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8BADE-CE16-CAFC-8906-9F5A069C1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08A59F-9C6E-4194-1A71-594D6CE38A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A351A-CBA9-3853-A31F-3BEC5964A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C84D-41A6-2239-D808-F3E04A3B8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6011-57B9-5746-80E3-EE4C72E16F1F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3332C-A8C9-B71C-D4FF-E99E31A7B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F68D8-962F-436F-4259-F55C00AAB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B9B3-3BEA-D24F-923F-26AD4A789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52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4FF99-0167-F6B9-8621-AE883D517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32BCB8-0680-7AD3-F4D0-8C7188ED7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6B8B0-2D0F-BDF6-0889-E83CB1068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6011-57B9-5746-80E3-EE4C72E16F1F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52CB0-1AA2-CD46-50B3-A6CF4B070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1512B-3783-9D06-CCE2-07AB78B4C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B9B3-3BEA-D24F-923F-26AD4A789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1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A54369-9262-9195-FEC9-522CCD0CBC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B1FAA6-554B-0004-D0D7-5D8CDD4E6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EBDAF-5C36-339D-838D-BA8C4E72C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6011-57B9-5746-80E3-EE4C72E16F1F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CD42B-C12E-753E-1090-C84FA8886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E077B-CB8D-CCBF-6259-3E2255B28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B9B3-3BEA-D24F-923F-26AD4A789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723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C4030F-5211-8D9A-0E59-B9937B59D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EB98B-BA95-9A25-1CF0-4D6425B96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8A72A-2F49-E1C4-AAEA-E043EA0631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686011-57B9-5746-80E3-EE4C72E16F1F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39E1D-B970-9A07-CCB0-308177DF4C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C5D70-35C1-5B5A-46F8-A606BFB94E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24B9B3-3BEA-D24F-923F-26AD4A789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11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windows-server/virtualization/hyper-v/get-started/install-hyper-v?tabs=powershell&amp;pivots=window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CA4303-FBE5-90BC-609C-739FF53AF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IN" sz="7200"/>
              <a:t>Virtualization Architecture</a:t>
            </a:r>
            <a:endParaRPr lang="en-US" sz="7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F43BA3-11E9-044C-5F06-3BB9DAB22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en-IN" dirty="0"/>
              <a:t>Virtualization Platforms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806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A355E5-02DA-1543-130D-FF330C361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IN" sz="3600"/>
              <a:t>VMware ESX Server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7019A-EE6F-CAEA-92D8-EF8A1521E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VMware ESX Server’s virtualization layer abstracts the processor, memory, network, and storage resources into multiple VMs by delivering the highest levels of performance, scalability, and robustness for the enterprises</a:t>
            </a: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268630-EAAE-ED60-F472-1301D889A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617124"/>
            <a:ext cx="5628018" cy="339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082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E0AD55-9E3C-1487-6157-F7B537EB0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IN" sz="4800" dirty="0"/>
              <a:t>Features of VMware ESX Server</a:t>
            </a:r>
            <a:endParaRPr lang="en-US" sz="48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A631B3-A191-047C-2B39-A88659A60C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6819541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5853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8FBB0A-0FEE-6663-830F-4929447AD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IN" sz="3600"/>
              <a:t>Microsoft Hyper-V</a:t>
            </a:r>
            <a:endParaRPr lang="en-US" sz="36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DEE41-B5F8-8A91-8C52-B19835847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Hyper-V is the hardware virtualization product that allows creating  and running a VM in its own isolated space</a:t>
            </a: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5DF491-9C00-C932-DA59-2083E6F71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166883"/>
            <a:ext cx="5628018" cy="429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831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42FC8-BF37-9951-3D56-2B13DB13A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of a Hyper-V Hypervisor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0F27228-0F3B-9A18-10DF-13017E47BA7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7806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2E7035-392F-15C2-F48D-BB6E45CCC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IN" sz="3600"/>
              <a:t>Oracle VM</a:t>
            </a:r>
            <a:endParaRPr lang="en-US" sz="36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BFA44-434E-AC9F-3936-D994D152E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Oracle VM Manager controls the virtualization environment and serves as the only administrative interface of Oracle VM server as.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hypervisor and privileged domain (dom0) in Oracle VM Server allow VMs to run on a single physical resource. 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E063E8-A6D4-E52D-C77C-0AD34EAF1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377934"/>
            <a:ext cx="5628018" cy="386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199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175D5-E728-4B9E-8EFD-76B8BA9F7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of Oracle VM Hypervisor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D6B98-46B2-BA8B-C918-11A7BDBBB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Bare-metal architecture</a:t>
            </a:r>
          </a:p>
          <a:p>
            <a:r>
              <a:rPr lang="en-IN" dirty="0"/>
              <a:t>Network configuration and management </a:t>
            </a:r>
          </a:p>
          <a:p>
            <a:r>
              <a:rPr lang="en-IN" dirty="0"/>
              <a:t>Storage configuration and management</a:t>
            </a:r>
          </a:p>
          <a:p>
            <a:r>
              <a:rPr lang="en-IN" dirty="0"/>
              <a:t>Dynamic resource management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769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DDC92E-DB07-0AE4-9817-26F5EA544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IN" sz="3600"/>
              <a:t>Citrix XenServer</a:t>
            </a:r>
            <a:endParaRPr lang="en-US" sz="36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9EF6C-A9AF-CD82-5B36-74551A863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Citrix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XenServer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server virtualization platform from Citrix optimized for Windows and Linux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37AB50-3F9A-6C6A-6E67-A4A2CFDC1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666370"/>
            <a:ext cx="5628018" cy="329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07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752C5D-8DC2-0E2E-9F21-BB6EAF785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IN" sz="4800"/>
              <a:t>Features of Citrix XenServer</a:t>
            </a:r>
            <a:endParaRPr lang="en-US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93312E-94D9-5F30-29AB-1B3CEB3567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8978663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2612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188EF-51D4-F355-B6BF-9B24DC2D6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600"/>
              <a:t>Additional Slides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5481F-0973-2A9F-0F64-536568BF5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IN" dirty="0"/>
              <a:t>Install Hyper-V</a:t>
            </a:r>
          </a:p>
          <a:p>
            <a:r>
              <a:rPr lang="en-IN" dirty="0"/>
              <a:t>Oracle VM VirtualBox</a:t>
            </a:r>
          </a:p>
          <a:p>
            <a:r>
              <a:rPr lang="en-IN" dirty="0"/>
              <a:t>Citrix </a:t>
            </a:r>
            <a:r>
              <a:rPr lang="en-IN" dirty="0" err="1"/>
              <a:t>XenServer</a:t>
            </a:r>
            <a:endParaRPr lang="en-IN" dirty="0"/>
          </a:p>
          <a:p>
            <a:endParaRPr lang="en-IN" sz="1800" b="1" dirty="0"/>
          </a:p>
          <a:p>
            <a:endParaRPr lang="en-US" sz="18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Download">
            <a:extLst>
              <a:ext uri="{FF2B5EF4-FFF2-40B4-BE49-F238E27FC236}">
                <a16:creationId xmlns:a16="http://schemas.microsoft.com/office/drawing/2014/main" id="{96937A85-A1C0-1402-8572-9F1252DE87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39676" y="650494"/>
            <a:ext cx="5324142" cy="532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398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B57F64-CB4C-060A-74A8-BA6847C9E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3EF3CAD-CC20-1B11-9FED-E2820856E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5FF15B-662A-B5BB-D3EF-FC774FFF1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Install Hyper-</a:t>
            </a:r>
            <a:r>
              <a:rPr lang="en-US" sz="4800" dirty="0" err="1"/>
              <a:t>VInstall</a:t>
            </a:r>
            <a:r>
              <a:rPr lang="en-US" sz="4800" dirty="0"/>
              <a:t> Hyper-V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F0F1959-5581-F443-B9E6-09C81FB1B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82C467A-7121-BA14-EA52-813DEF86DA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BBD6FC5-36C0-6A2D-2D7D-AD82BF65D2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A6CE366B-6C11-04B8-30A9-A3087D620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1AAC4A7-8183-C143-790A-4E8DDF57A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r>
              <a:rPr lang="en-US" sz="2200" dirty="0">
                <a:hlinkClick r:id="rId2"/>
              </a:rPr>
              <a:t>https://learn.microsoft.com/en-us/windows-server/virtualization/hyper-v/get-started/install-hyper-v?tabs=powershell&amp;pivots=windows</a:t>
            </a:r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735028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46D326-F5E1-0DB6-3143-49A73292C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IN" sz="4800" dirty="0"/>
              <a:t>Oracle VM VirtualBox</a:t>
            </a:r>
            <a:endParaRPr lang="en-US" sz="48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1A2D3-4BB3-85AD-9D9A-F707CDD28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r>
              <a:rPr lang="en-US" sz="2200"/>
              <a:t>https://www.oracle.com/in/a/ocom/docs/dc/em/oracle-vm-virtualbox-overview-2981353.pdf</a:t>
            </a:r>
          </a:p>
        </p:txBody>
      </p:sp>
    </p:spTree>
    <p:extLst>
      <p:ext uri="{BB962C8B-B14F-4D97-AF65-F5344CB8AC3E}">
        <p14:creationId xmlns:p14="http://schemas.microsoft.com/office/powerpoint/2010/main" val="2362534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3AD0BC-CACA-7025-10A6-6FF736232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752B426-7133-679D-82BA-0C90CACC4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83B6E-7A96-FEF7-48E9-469DE0BC4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IN" sz="4800" dirty="0"/>
              <a:t>Citrix</a:t>
            </a:r>
            <a:br>
              <a:rPr lang="en-IN" sz="4800" dirty="0"/>
            </a:br>
            <a:r>
              <a:rPr lang="en-IN" dirty="0" err="1"/>
              <a:t>XenServer</a:t>
            </a:r>
            <a:endParaRPr lang="en-US" sz="48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B98EC9-B638-EEBF-ECA9-CC4008F53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0527F1C-362C-B353-779E-D252C8A0CC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5EB7027-AE1B-F5C0-31F4-4B66EB359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52B6151-3A43-54A3-117E-D64FEC2BD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09420-FF5E-EE3F-8EB6-CB4049958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r>
              <a:rPr lang="en-US" sz="2200" dirty="0"/>
              <a:t>https://</a:t>
            </a:r>
            <a:r>
              <a:rPr lang="en-US" sz="2200" dirty="0" err="1"/>
              <a:t>docs.xenserver.com</a:t>
            </a:r>
            <a:r>
              <a:rPr lang="en-US" sz="2200" dirty="0"/>
              <a:t>/</a:t>
            </a:r>
            <a:r>
              <a:rPr lang="en-US" sz="2200" dirty="0" err="1"/>
              <a:t>en</a:t>
            </a:r>
            <a:r>
              <a:rPr lang="en-US" sz="2200" dirty="0"/>
              <a:t>-us/</a:t>
            </a:r>
            <a:r>
              <a:rPr lang="en-US" sz="2200" dirty="0" err="1"/>
              <a:t>xenserver</a:t>
            </a:r>
            <a:r>
              <a:rPr lang="en-US" sz="2200" dirty="0"/>
              <a:t>/9/technical-overview</a:t>
            </a:r>
          </a:p>
        </p:txBody>
      </p:sp>
    </p:spTree>
    <p:extLst>
      <p:ext uri="{BB962C8B-B14F-4D97-AF65-F5344CB8AC3E}">
        <p14:creationId xmlns:p14="http://schemas.microsoft.com/office/powerpoint/2010/main" val="860190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265</Words>
  <Application>Microsoft Macintosh PowerPoint</Application>
  <PresentationFormat>Widescreen</PresentationFormat>
  <Paragraphs>42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Office Theme</vt:lpstr>
      <vt:lpstr>Virtualization Architecture</vt:lpstr>
      <vt:lpstr>VMware ESX Server</vt:lpstr>
      <vt:lpstr>Features of VMware ESX Server</vt:lpstr>
      <vt:lpstr>Microsoft Hyper-V</vt:lpstr>
      <vt:lpstr>Features of a Hyper-V Hypervisor</vt:lpstr>
      <vt:lpstr>Oracle VM</vt:lpstr>
      <vt:lpstr>Features of Oracle VM Hypervisor</vt:lpstr>
      <vt:lpstr>Citrix XenServer</vt:lpstr>
      <vt:lpstr>Features of Citrix XenServer</vt:lpstr>
      <vt:lpstr>Additional Slides</vt:lpstr>
      <vt:lpstr>Install Hyper-VInstall Hyper-V</vt:lpstr>
      <vt:lpstr>Oracle VM VirtualBox</vt:lpstr>
      <vt:lpstr>Citrix XenServer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Sarith M</dc:creator>
  <cp:lastModifiedBy>Sarith M</cp:lastModifiedBy>
  <cp:revision>6</cp:revision>
  <dcterms:created xsi:type="dcterms:W3CDTF">2026-08-14T07:28:27Z</dcterms:created>
  <dcterms:modified xsi:type="dcterms:W3CDTF">2026-08-14T08:15:46Z</dcterms:modified>
</cp:coreProperties>
</file>